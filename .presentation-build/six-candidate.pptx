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75af020ef44e72" /><Relationship Type="http://schemas.openxmlformats.org/officeDocument/2006/relationships/extended-properties" Target="/docProps/app.xml" Id="R0d8bfcc4fd674d6a" /><Relationship Type="http://schemas.openxmlformats.org/officeDocument/2006/relationships/officeDocument" Target="/ppt/presentation.xml" Id="Rae1ca558a9ab4966" /></Relationships>
</file>

<file path=ppt/presentation.xml><?xml version="1.0" encoding="utf-8"?>
<p:presentation xmlns:p="http://schemas.openxmlformats.org/presentationml/2006/main">
  <p:sldMasterIdLst>
    <p:sldMasterId xmlns:r="http://schemas.openxmlformats.org/officeDocument/2006/relationships" id="2147483648" r:id="R1eefda741d0d4411"/>
  </p:sldMasterIdLst>
  <p:notesMasterIdLst>
    <p:notesMasterId xmlns:r="http://schemas.openxmlformats.org/officeDocument/2006/relationships" r:id="Rc8d5d70b997d403f"/>
  </p:notesMasterIdLst>
  <p:sldIdLst>
    <p:sldId xmlns:r="http://schemas.openxmlformats.org/officeDocument/2006/relationships" id="256" r:id="R54f247845aed4106"/>
    <p:sldId xmlns:r="http://schemas.openxmlformats.org/officeDocument/2006/relationships" id="257" r:id="Ra99769718abb44b7"/>
    <p:sldId xmlns:r="http://schemas.openxmlformats.org/officeDocument/2006/relationships" id="258" r:id="R9a70e459119c4ef3"/>
    <p:sldId xmlns:r="http://schemas.openxmlformats.org/officeDocument/2006/relationships" id="259" r:id="R028d5d38ba8c475d"/>
    <p:sldId xmlns:r="http://schemas.openxmlformats.org/officeDocument/2006/relationships" id="260" r:id="R389c9073a8e74608"/>
    <p:sldId xmlns:r="http://schemas.openxmlformats.org/officeDocument/2006/relationships" id="261" r:id="R28cd88a11d424372"/>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3e9a1a56aca4a00" /><Relationship Type="http://schemas.openxmlformats.org/officeDocument/2006/relationships/slideMaster" Target="/ppt/slideMasters/slideMaster1.xml" Id="R1eefda741d0d4411" /><Relationship Type="http://schemas.openxmlformats.org/officeDocument/2006/relationships/notesMaster" Target="/ppt/notesMasters/notesMaster1.xml" Id="Rc8d5d70b997d403f" /><Relationship Type="http://schemas.openxmlformats.org/officeDocument/2006/relationships/presProps" Target="/ppt/presProps.xml" Id="Rf0627f8c25794c45" /><Relationship Type="http://schemas.openxmlformats.org/officeDocument/2006/relationships/viewProps" Target="/ppt/viewProps.xml" Id="Rbdcbb141e4bb400a" /><Relationship Type="http://schemas.openxmlformats.org/officeDocument/2006/relationships/tableStyles" Target="/ppt/tableStyles.xml" Id="R81634659ab5f48a2" /><Relationship Type="http://schemas.openxmlformats.org/officeDocument/2006/relationships/slide" Target="/ppt/slides/slide1.xml" Id="R54f247845aed4106" /><Relationship Type="http://schemas.openxmlformats.org/officeDocument/2006/relationships/slide" Target="/ppt/slides/slide2.xml" Id="Ra99769718abb44b7" /><Relationship Type="http://schemas.openxmlformats.org/officeDocument/2006/relationships/slide" Target="/ppt/slides/slide3.xml" Id="R9a70e459119c4ef3" /><Relationship Type="http://schemas.openxmlformats.org/officeDocument/2006/relationships/slide" Target="/ppt/slides/slide4.xml" Id="R028d5d38ba8c475d" /><Relationship Type="http://schemas.openxmlformats.org/officeDocument/2006/relationships/slide" Target="/ppt/slides/slide5.xml" Id="R389c9073a8e74608" /><Relationship Type="http://schemas.openxmlformats.org/officeDocument/2006/relationships/slide" Target="/ppt/slides/slide6.xml" Id="R28cd88a11d4243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abf92eaf524a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923545d3584596" /><Relationship Type="http://schemas.openxmlformats.org/officeDocument/2006/relationships/notesMaster" Target="/ppt/notesMasters/notesMaster1.xml" Id="Rd359f0ce8a5a4d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1ebaa01df34f33" /><Relationship Type="http://schemas.openxmlformats.org/officeDocument/2006/relationships/notesMaster" Target="/ppt/notesMasters/notesMaster1.xml" Id="R9c4a4fc2d8204e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b067bb96c7417c" /><Relationship Type="http://schemas.openxmlformats.org/officeDocument/2006/relationships/notesMaster" Target="/ppt/notesMasters/notesMaster1.xml" Id="R0e1ccfce41e141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3d56d68ccd44b0" /><Relationship Type="http://schemas.openxmlformats.org/officeDocument/2006/relationships/notesMaster" Target="/ppt/notesMasters/notesMaster1.xml" Id="Raa8da54d53bf4b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6dc8a4b29c4232" /><Relationship Type="http://schemas.openxmlformats.org/officeDocument/2006/relationships/notesMaster" Target="/ppt/notesMasters/notesMaster1.xml" Id="R17a0f7df197441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a5ff39f1d84caa" /><Relationship Type="http://schemas.openxmlformats.org/officeDocument/2006/relationships/notesMaster" Target="/ppt/notesMasters/notesMaster1.xml" Id="R767f0e552d774a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Django mentorship platform. Team identity and institute branding follow the supplied presentation.</a:t>
            </a:r>
            <a:endParaRPr/>
          </a:p>
          <a:p xmlns:a="http://schemas.openxmlformats.org/drawingml/2006/main">
            <a:r>
              <a:t/>
            </a:r>
            <a:endParaRPr/>
          </a:p>
          <a:p xmlns:a="http://schemas.openxmlformats.org/drawingml/2006/main">
            <a:r>
              <a:t>Project sources (reviewed 12 October 2026):</a:t>
            </a:r>
            <a:endParaRPr/>
          </a:p>
          <a:p xmlns:a="http://schemas.openxmlformats.org/drawingml/2006/main">
            <a:r>
              <a:t>C:\Users\babur\OneDrive\Desktop\MentorPulse\MentorPulse\README.md</a:t>
            </a:r>
            <a:endParaRPr/>
          </a:p>
          <a:p xmlns:a="http://schemas.openxmlformats.org/drawingml/2006/main">
            <a:r>
              <a:t>C:\Users\babur\OneDrive\Desktop\MentorPulse\MentorPulse\MentorPulse_Project_Description.md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Profile stores skills, goals, experience and availability. Users may hold Mentor and Learner roles concurrently. This diagram shows the product relationship, not external services.</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C:\Users\babur\OneDrive\Desktop\MentorPulse\MentorPulse\accounts\models.py</a:t>
            </a:r>
            <a:endParaRPr/>
          </a:p>
          <a:p xmlns:a="http://schemas.openxmlformats.org/drawingml/2006/main">
            <a:pPr algn="l">
              <a:buNone/>
            </a:pPr>
            <a:r>
              <a:t>C:\Users\babur\OneDrive\Desktop\MentorPulse\MentorPulse\matching\services.py</a:t>
            </a:r>
            <a:endParaRPr/>
          </a:p>
          <a:p xmlns:a="http://schemas.openxmlformats.org/drawingml/2006/main">
            <a:pPr algn="l">
              <a:buNone/>
            </a:pPr>
            <a:r>
              <a:t>C:\Users\babur\OneDrive\Desktop\MentorPulse\MentorPulse\mentorship\models.py</a:t>
            </a:r>
            <a:endParaRPr/>
          </a:p>
          <a:p xmlns:a="http://schemas.openxmlformats.org/drawingml/2006/main">
            <a:pPr algn="l">
              <a:buNone/>
            </a:pPr>
            <a:r>
              <a:t/>
            </a:r>
            <a:endParaRPr/>
          </a:p>
          <a:p xmlns:a="http://schemas.openxmlformats.org/drawingml/2006/main">
            <a:pPr algn="l">
              <a:buNone/>
            </a:pPr>
            <a:r>
              <a:t>Request validation blocks self-requests, requires an active mentor, prevents duplicate active/pending pairs and checks credits. Mentor acceptance creates an active workspace. States also include REJECTED and CANCELLED. Any authorised participant or staff can mark an active mentorship complete.</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C:\Users\babur\OneDrive\Desktop\MentorPulse\MentorPulse\mentorship\views.py</a:t>
            </a:r>
            <a:endParaRPr/>
          </a:p>
          <a:p xmlns:a="http://schemas.openxmlformats.org/drawingml/2006/main">
            <a:pPr algn="l">
              <a:buNone/>
            </a:pPr>
            <a:r>
              <a:t>C:\Users\babur\OneDrive\Desktop\MentorPulse\MentorPulse\mentorship\models.py</a:t>
            </a:r>
            <a:endParaRPr/>
          </a:p>
          <a:p xmlns:a="http://schemas.openxmlformats.org/drawingml/2006/main">
            <a:pPr algn="l">
              <a:buNone/>
            </a:pPr>
            <a:r>
              <a:t>C:\Users\babur\OneDrive\Desktop\MentorPulse\MentorPulse\gamification\services.py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Design objectives from the project specification. These are motivations, not measured survey findings or claims of learning impact.</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C:\Users\babur\OneDrive\Desktop\MentorPulse\MentorPulse\MentorPulse_Project_Description.md</a:t>
            </a:r>
            <a:endParaRPr/>
          </a:p>
          <a:p xmlns:a="http://schemas.openxmlformats.org/drawingml/2006/main">
            <a:pPr algn="l">
              <a:buNone/>
            </a:pPr>
            <a:r>
              <a:t>C:\Users\babur\OneDrive\Desktop\MentorPulse\MentorPulse\mentorship\views.py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Dual roles use RoleAssignment records. Resources include links, files and notes. Notifications are database records rendered with HTTP requests, not pushed websocket events. Certificates reflect workflow completion.</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C:\Users\babur\OneDrive\Desktop\MentorPulse\MentorPulse\accounts\models.py</a:t>
            </a:r>
            <a:endParaRPr/>
          </a:p>
          <a:p xmlns:a="http://schemas.openxmlformats.org/drawingml/2006/main">
            <a:pPr algn="l">
              <a:buNone/>
            </a:pPr>
            <a:r>
              <a:t>C:\Users\babur\OneDrive\Desktop\MentorPulse\MentorPulse\matching\views.py</a:t>
            </a:r>
            <a:endParaRPr/>
          </a:p>
          <a:p xmlns:a="http://schemas.openxmlformats.org/drawingml/2006/main">
            <a:pPr algn="l">
              <a:buNone/>
            </a:pPr>
            <a:r>
              <a:t>C:\Users\babur\OneDrive\Desktop\MentorPulse\MentorPulse\mentorship\models.py</a:t>
            </a:r>
            <a:endParaRPr/>
          </a:p>
          <a:p xmlns:a="http://schemas.openxmlformats.org/drawingml/2006/main">
            <a:pPr algn="l">
              <a:buNone/>
            </a:pPr>
            <a:r>
              <a:t>C:\Users\babur\OneDrive\Desktop\MentorPulse\MentorPulse\notifications\views.py</a:t>
            </a:r>
            <a:endParaRPr/>
          </a:p>
          <a:p xmlns:a="http://schemas.openxmlformats.org/drawingml/2006/main">
            <a:pPr algn="l">
              <a:buNone/>
            </a:pPr>
            <a:r>
              <a:t>C:\Users\babur\OneDrive\Desktop\MentorPulse\MentorPulse\gamification\views.py</a:t>
            </a:r>
            <a:endParaRPr/>
          </a:p>
          <a:p xmlns:a="http://schemas.openxmlformats.org/drawingml/2006/main">
            <a:pPr algn="l">
              <a:buNone/>
            </a:pPr>
            <a:r>
              <a:t/>
            </a:r>
            <a:endParaRPr/>
          </a:p>
          <a:p xmlns:a="http://schemas.openxmlformats.org/drawingml/2006/main">
            <a:pPr algn="l">
              <a:buNone/>
            </a:pPr>
            <a:r>
              <a:t>Illustrative arithmetic examples, not seeded-user scenarios. Matching total is round(skill overlap*50 + availability ratio*30 + experience ratio*20), clamped 0–100. Availability ratios: exact 1, flexible .9, missing .6, incompatible .2. Experience affinity: +1/+2 tiers 1, +3 .9, same .65, lower .25. Skill overlap uses shared skills / learner skills, or .5 when none selected. Progress uses 70/30 when both types exist, 100% for the only existing type, 0% for no records. COMPLETED forces100%, rather than assessing competency.</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C:\Users\babur\OneDrive\Desktop\MentorPulse\MentorPulse\matching\services.py</a:t>
            </a:r>
            <a:endParaRPr/>
          </a:p>
          <a:p xmlns:a="http://schemas.openxmlformats.org/drawingml/2006/main">
            <a:pPr algn="l">
              <a:buNone/>
            </a:pPr>
            <a:r>
              <a:t>C:\Users\babur\OneDrive\Desktop\MentorPulse\MentorPulse\mentorship\models.py</a:t>
            </a:r>
            <a:endParaRPr/>
          </a:p>
          <a:p xmlns:a="http://schemas.openxmlformats.org/drawingml/2006/main">
            <a:pPr algn="l">
              <a:buNone/>
            </a:pPr>
            <a:r>
              <a:t/>
            </a:r>
            <a:endParaRPr/>
          </a:p>
          <a:p xmlns:a="http://schemas.openxmlformats.org/drawingml/2006/main">
            <a:pPr algn="l">
              <a:buNone/>
            </a:pPr>
            <a:r>
              <a:t>Credits have no monetary value. Priority costs10 plus5. Automatic wallet operations create CreditTransaction records. Refunds and completed-session rewards include context-based duplicate guards. BadgeService uses the shown thresholds, superseding the earlier specification. First Steps checks mentorship completion, not a single milestone. Skill score is a stored profile value. Leaderboard recalculates at relevant events and when its page opens.</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C:\Users\babur\OneDrive\Desktop\MentorPulse\MentorPulse\gamification\services.py</a:t>
            </a:r>
            <a:endParaRPr/>
          </a:p>
          <a:p xmlns:a="http://schemas.openxmlformats.org/drawingml/2006/main">
            <a:pPr algn="l">
              <a:buNone/>
            </a:pPr>
            <a:r>
              <a:t>C:\Users\babur\OneDrive\Desktop\MentorPulse\MentorPulse\gamification\models.py</a:t>
            </a:r>
            <a:endParaRPr/>
          </a:p>
          <a:p xmlns:a="http://schemas.openxmlformats.org/drawingml/2006/main">
            <a:pPr algn="l">
              <a:buNone/>
            </a:pPr>
            <a:r>
              <a:t>C:\Users\babur\OneDrive\Desktop\MentorPulse\MentorPulse\gamification\signals.py</a:t>
            </a:r>
            <a:endParaRPr/>
          </a:p>
          <a:p xmlns:a="http://schemas.openxmlformats.org/drawingml/2006/main">
            <a:pPr algn="l">
              <a:buNone/>
            </a:pPr>
            <a:r>
              <a:t>C:\Users\babur\OneDrive\Desktop\MentorPulse\MentorPulse\gamification\views.py</a:t>
            </a:r>
            <a:endParaRPr/>
          </a:p>
          <a:p xmlns:a="http://schemas.openxmlformats.org/drawingml/2006/main">
            <a:pPr algn="l">
              <a:buNone/>
            </a:pPr>
            <a:r>
              <a:t/>
            </a:r>
            <a:endParaRPr/>
          </a:p>
          <a:p xmlns:a="http://schemas.openxmlformats.org/drawingml/2006/main">
            <a:pPr algn="l">
              <a:buNone/>
            </a:pPr>
            <a:r>
              <a:t>Test command python manage.py test --noinput ran successfully earlier in this presentation task:53 tests, OK, no system check issues. Counts come from current test methods. Upload validator allows .pdf,.png,.jpg,.jpeg,.txt,.docx,.doc and checks 10*1024*1024 bytes. Authentication and participant checks exist, but no production security review or load test is claimed. Settings DEBUG=True suit local development. Proposed future hardening includes disabling demo switching, atomic credit writes, stricter completion criteria and deployment configuration.</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C:\Users\babur\OneDrive\Desktop\MentorPulse\MentorPulse\mentorship\forms.py</a:t>
            </a:r>
            <a:endParaRPr/>
          </a:p>
          <a:p xmlns:a="http://schemas.openxmlformats.org/drawingml/2006/main">
            <a:pPr algn="l">
              <a:buNone/>
            </a:pPr>
            <a:r>
              <a:t>C:\Users\babur\OneDrive\Desktop\MentorPulse\MentorPulse\mentorship\models.py</a:t>
            </a:r>
            <a:endParaRPr/>
          </a:p>
          <a:p xmlns:a="http://schemas.openxmlformats.org/drawingml/2006/main">
            <a:pPr algn="l">
              <a:buNone/>
            </a:pPr>
            <a:r>
              <a:t>C:\Users\babur\OneDrive\Desktop\MentorPulse\MentorPulse\mentorpulse\settings.py</a:t>
            </a:r>
            <a:endParaRPr/>
          </a:p>
          <a:p xmlns:a="http://schemas.openxmlformats.org/drawingml/2006/main">
            <a:pPr algn="l">
              <a:buNone/>
            </a:pPr>
            <a:r>
              <a:t>C:\Users\babur\OneDrive\Desktop\MentorPulse\MentorPulse\accounts\tests.py</a:t>
            </a:r>
            <a:endParaRPr/>
          </a:p>
          <a:p xmlns:a="http://schemas.openxmlformats.org/drawingml/2006/main">
            <a:pPr algn="l">
              <a:buNone/>
            </a:pPr>
            <a:r>
              <a:t>C:\Users\babur\OneDrive\Desktop\MentorPulse\MentorPulse\matching\tests.py</a:t>
            </a:r>
            <a:endParaRPr/>
          </a:p>
          <a:p xmlns:a="http://schemas.openxmlformats.org/drawingml/2006/main">
            <a:pPr algn="l">
              <a:buNone/>
            </a:pPr>
            <a:r>
              <a:t>C:\Users\babur\OneDrive\Desktop\MentorPulse\MentorPulse\mentorship\tests.py</a:t>
            </a:r>
            <a:endParaRPr/>
          </a:p>
          <a:p xmlns:a="http://schemas.openxmlformats.org/drawingml/2006/main">
            <a:pPr algn="l">
              <a:buNone/>
            </a:pPr>
            <a:r>
              <a:t>C:\Users\babur\OneDrive\Desktop\MentorPulse\MentorPulse\gamification\tests.py</a:t>
            </a:r>
            <a:endParaRPr/>
          </a:p>
          <a:p xmlns:a="http://schemas.openxmlformats.org/drawingml/2006/main">
            <a:pPr algn="l">
              <a:buNone/>
            </a:pPr>
            <a:r>
              <a:t>C:\Users\babur\OneDrive\Desktop\MentorPulse\MentorPulse\notifications\tests.py</a:t>
            </a:r>
            <a:endParaRPr/>
          </a:p>
          <a:p xmlns:a="http://schemas.openxmlformats.org/drawingml/2006/main">
            <a:pPr algn="l">
              <a:buNone/>
            </a:pPr>
            <a:r>
              <a:t/>
            </a:r>
            <a:endParaRPr/>
          </a:p>
          <a:p xmlns:a="http://schemas.openxmlformats.org/drawingml/2006/main">
            <a:pPr algn="l">
              <a:buNone/>
            </a:pPr>
            <a:r>
              <a:t>Displayed capabilities combine the functional scope with scoring, credit operations and local quality constraints. Achievement badges and the leaderboard remain part of engagement. See the rule descriptions above for all five badge thresholds and the leaderboard calculation.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Native architecture diagram represents implemented local system. Templates use Bootstrap5.3.3 and custom CSS. Django5.x requirement. Five apps run in one process with synchronous request handlers. SQLite and local MEDIA_ROOT provide storage. Bootstrap and font files normally load from public CDNs. External meeting links are fields, not video integrations.</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C:\Users\babur\OneDrive\Desktop\MentorPulse\MentorPulse\mentorpulse\settings.py</a:t>
            </a:r>
            <a:endParaRPr/>
          </a:p>
          <a:p xmlns:a="http://schemas.openxmlformats.org/drawingml/2006/main">
            <a:pPr algn="l">
              <a:buNone/>
            </a:pPr>
            <a:r>
              <a:t>C:\Users\babur\OneDrive\Desktop\MentorPulse\MentorPulse\mentorpulse\urls.py</a:t>
            </a:r>
            <a:endParaRPr/>
          </a:p>
          <a:p xmlns:a="http://schemas.openxmlformats.org/drawingml/2006/main">
            <a:pPr algn="l">
              <a:buNone/>
            </a:pPr>
            <a:r>
              <a:t>C:\Users\babur\OneDrive\Desktop\MentorPulse\MentorPulse\templates\base.html</a:t>
            </a:r>
            <a:endParaRPr/>
          </a:p>
          <a:p xmlns:a="http://schemas.openxmlformats.org/drawingml/2006/main">
            <a:pPr algn="l">
              <a:buNone/>
            </a:pPr>
            <a:r>
              <a:t>C:\Users\babur\OneDrive\Desktop\MentorPulse\MentorPulse\requirements.txt</a:t>
            </a:r>
            <a:endParaRPr/>
          </a:p>
          <a:p xmlns:a="http://schemas.openxmlformats.org/drawingml/2006/main">
            <a:pPr algn="l">
              <a:buNone/>
            </a:pPr>
            <a:r>
              <a:t/>
            </a:r>
            <a:endParaRPr/>
          </a:p>
          <a:p xmlns:a="http://schemas.openxmlformats.org/drawingml/2006/main">
            <a:pPr algn="l">
              <a:buNone/>
            </a:pPr>
            <a:r>
              <a:t>Conceptual relationship diagram: Mentorship references two User records. Profile is one-to-one to User, RoleAssignment is many-to-one. Progress is one-to-one to Mentorship. Sessions,milestones,resources and posts have foreign keys to Mentorship. Completion handler invokes reward service and recalculates progress. Reward service checks badges and refreshes ranks; notification helper records events. Updates need no background queue.</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C:\Users\babur\OneDrive\Desktop\MentorPulse\MentorPulse\accounts\models.py</a:t>
            </a:r>
            <a:endParaRPr/>
          </a:p>
          <a:p xmlns:a="http://schemas.openxmlformats.org/drawingml/2006/main">
            <a:pPr algn="l">
              <a:buNone/>
            </a:pPr>
            <a:r>
              <a:t>C:\Users\babur\OneDrive\Desktop\MentorPulse\MentorPulse\mentorship\models.py</a:t>
            </a:r>
            <a:endParaRPr/>
          </a:p>
          <a:p xmlns:a="http://schemas.openxmlformats.org/drawingml/2006/main">
            <a:pPr algn="l">
              <a:buNone/>
            </a:pPr>
            <a:r>
              <a:t>C:\Users\babur\OneDrive\Desktop\MentorPulse\MentorPulse\mentorship\views.py</a:t>
            </a:r>
            <a:endParaRPr/>
          </a:p>
          <a:p xmlns:a="http://schemas.openxmlformats.org/drawingml/2006/main">
            <a:pPr algn="l">
              <a:buNone/>
            </a:pPr>
            <a:r>
              <a:t>C:\Users\babur\OneDrive\Desktop\MentorPulse\MentorPulse\gamification\services.py</a:t>
            </a:r>
            <a:endParaRPr/>
          </a:p>
          <a:p xmlns:a="http://schemas.openxmlformats.org/drawingml/2006/main">
            <a:pPr algn="l">
              <a:buNone/>
            </a:pPr>
            <a:r>
              <a:t>C:\Users\babur\OneDrive\Desktop\MentorPulse\MentorPulse\notifications\services.py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requirements.txt installs Django&gt;=5.0,&lt;6.0 plus asgiref,sqlparse,tzdata and Pillow. Python3.10+ is named in README and launcher. Optional virtual environment: python -m venv .venv, then on Windows .venv\Scripts\activate or Unix source .venv/bin/activate. Skills taxonomy and mentor profiles can be managed through Django Admin at /admin/ after python manage.py createsuperuser. Run setup commands from the project directory.</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C:\Users\babur\OneDrive\Desktop\MentorPulse\MentorPulse\README.md</a:t>
            </a:r>
            <a:endParaRPr/>
          </a:p>
          <a:p xmlns:a="http://schemas.openxmlformats.org/drawingml/2006/main">
            <a:pPr algn="l">
              <a:buNone/>
            </a:pPr>
            <a:r>
              <a:t>C:\Users\babur\OneDrive\Desktop\MentorPulse\MentorPulse\requirements.txt</a:t>
            </a:r>
            <a:endParaRPr/>
          </a:p>
          <a:p xmlns:a="http://schemas.openxmlformats.org/drawingml/2006/main">
            <a:pPr algn="l">
              <a:buNone/>
            </a:pPr>
            <a:r>
              <a:t>C:\Users\babur\OneDrive\Desktop\MentorPulse\MentorPulse\manage.py</a:t>
            </a:r>
            <a:endParaRPr/>
          </a:p>
          <a:p xmlns:a="http://schemas.openxmlformats.org/drawingml/2006/main">
            <a:pPr algn="l">
              <a:buNone/>
            </a:pPr>
            <a:r>
              <a:t>C:\Users\babur\OneDrive\Desktop\MentorPulse\MentorPulse\debug.bat</a:t>
            </a:r>
            <a:endParaRPr/>
          </a:p>
          <a:p xmlns:a="http://schemas.openxmlformats.org/drawingml/2006/main">
            <a:pPr algn="l">
              <a:buNone/>
            </a:pPr>
            <a:r>
              <a:t/>
            </a:r>
            <a:endParaRPr/>
          </a:p>
          <a:p xmlns:a="http://schemas.openxmlformats.org/drawingml/2006/main">
            <a:pPr algn="l">
              <a:buNone/>
            </a:pPr>
            <a:r>
              <a:t>Create the skill taxonomy and any required profile data through Django Admin after creating a superuser. Registration creates a profile and starting credit wallet. Activate roles through profile controls. Expected standard request costs10,priority15, mentor completion reward10, refund on rejection/cancellation. Milestone/session update changes weighted progress. Completion unlocks certificate. Test command checks current functional suite;53 tests passed during this task. Sessions support external meeting URLs.</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C:\Users\babur\OneDrive\Desktop\MentorPulse\MentorPulse\accounts\forms.py</a:t>
            </a:r>
            <a:endParaRPr/>
          </a:p>
          <a:p xmlns:a="http://schemas.openxmlformats.org/drawingml/2006/main">
            <a:pPr algn="l">
              <a:buNone/>
            </a:pPr>
            <a:r>
              <a:t>C:\Users\babur\OneDrive\Desktop\MentorPulse\MentorPulse\accounts\views.py</a:t>
            </a:r>
            <a:endParaRPr/>
          </a:p>
          <a:p xmlns:a="http://schemas.openxmlformats.org/drawingml/2006/main">
            <a:pPr algn="l">
              <a:buNone/>
            </a:pPr>
            <a:r>
              <a:t>C:\Users\babur\OneDrive\Desktop\MentorPulse\MentorPulse\accounts\admin.py</a:t>
            </a:r>
            <a:endParaRPr/>
          </a:p>
          <a:p xmlns:a="http://schemas.openxmlformats.org/drawingml/2006/main">
            <a:pPr algn="l">
              <a:buNone/>
            </a:pPr>
            <a:r>
              <a:t>C:\Users\babur\OneDrive\Desktop\MentorPulse\MentorPulse\matching\views.py</a:t>
            </a:r>
            <a:endParaRPr/>
          </a:p>
          <a:p xmlns:a="http://schemas.openxmlformats.org/drawingml/2006/main">
            <a:pPr algn="l">
              <a:buNone/>
            </a:pPr>
            <a:r>
              <a:t>C:\Users\babur\OneDrive\Desktop\MentorPulse\MentorPulse\mentorship\views.py</a:t>
            </a:r>
            <a:endParaRPr/>
          </a:p>
          <a:p xmlns:a="http://schemas.openxmlformats.org/drawingml/2006/main">
            <a:pPr algn="l">
              <a:buNone/>
            </a:pPr>
            <a:r>
              <a:t>C:\Users\babur\OneDrive\Desktop\MentorPulse\MentorPulse\gamification\services.py</a:t>
            </a:r>
            <a:endParaRPr/>
          </a:p>
          <a:p xmlns:a="http://schemas.openxmlformats.org/drawingml/2006/main">
            <a:pPr algn="l">
              <a:buNone/>
            </a:pPr>
            <a:r>
              <a:t>C:\Users\babur\OneDrive\Desktop\MentorPulse\MentorPulse\mentorship\tests.py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e548142a6c47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81c2c9b1d449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e004f601824d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9b0d6a34fc49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88fcf1aaaa44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9a6d1df4600412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91289903ad4446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e742bc5a83144b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d93521860984bb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d8b7c072dc6465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41b931434b24f8c"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729B47E-7FD2-4F7F-9381-C4308D258736}"/>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B112F421-AC29-47BD-8892-41909CF195DE}"/>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779CFB46-51B2-43F8-B3E5-F10413A22C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1E93CC8D-DF4F-4537-888A-8EE6EA88B21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E83F124-D10F-42EF-94F2-7FBC9565EA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2AFAF84-1226-4033-A36F-9CBF8F50CB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0402083-37E7-4972-9BD5-DD44F1A3C5A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232F544-050C-4AB9-9095-D9D49AAD20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39DA83C4-112A-4972-9490-E0C0BFDA0B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A97559D-8902-4FE2-8DC9-183BD5B086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71EF2A-5C6B-4555-B136-8C1C3CF3E75F}"/>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BA2A057-50B5-4DD0-8F0A-F2D8D5D2BCA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3C4B264-D1AA-42A0-AFED-4F6CAB8BF1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0207B74F-FC03-4A6C-A8E2-A0A5389178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91910F8-597D-4792-BAC8-A78F4A425F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6D0B0B-FB76-4571-8977-8B3C08C5D62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CF7BF79-B272-4FC4-9106-632C8D23CA0C}"/>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08AF5FA-67E8-4EBE-A468-53B751D6CDD3}"/>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B37AA619-C884-49E4-BAB7-9893F92202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6" name="Footer Placeholder 5">
            <a:extLst xmlns:a="http://schemas.openxmlformats.org/drawingml/2006/main">
              <a:ext uri="{FF2B5EF4-FFF2-40B4-BE49-F238E27FC236}">
                <a16:creationId xmlns:a16="http://schemas.microsoft.com/office/drawing/2014/main" id="{2075F6F1-CD3D-4683-B56A-CA4563B568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2C63B8C-7D18-4E19-8978-D5C6EBA987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877B01-8C23-4336-B1C3-FF72D68AADC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BB695C1-E1E9-4A98-937E-ED1C020AD221}"/>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0D75512-181D-4D77-8CAF-A5144E14BFA3}"/>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7C35E4DC-DF2F-4F4A-8F3F-9A0A93E622A7}"/>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82C58E7-FA62-4552-96A3-2A9903386077}"/>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998AE32-9603-437D-8BF7-0E77546FC8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8" name="Footer Placeholder 7">
            <a:extLst xmlns:a="http://schemas.openxmlformats.org/drawingml/2006/main">
              <a:ext uri="{FF2B5EF4-FFF2-40B4-BE49-F238E27FC236}">
                <a16:creationId xmlns:a16="http://schemas.microsoft.com/office/drawing/2014/main" id="{A701969E-3CD1-4F9E-A7E7-B9B4EF8A0C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597F010-A6F0-4DF8-A842-5E31FC018D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8E5A20-2A9F-4D6C-943E-3346E4B8802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5866C692-C827-4E55-AFA5-76012CD1DA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4" name="Footer Placeholder 3">
            <a:extLst xmlns:a="http://schemas.openxmlformats.org/drawingml/2006/main">
              <a:ext uri="{FF2B5EF4-FFF2-40B4-BE49-F238E27FC236}">
                <a16:creationId xmlns:a16="http://schemas.microsoft.com/office/drawing/2014/main" id="{C49F3284-9696-48B8-984D-EF44AFF57AF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E3B2182-6056-4315-85AF-6B170A3BD3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23127D1-DB28-4E2E-AB99-81CE7B31D5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3" name="Footer Placeholder 2">
            <a:extLst xmlns:a="http://schemas.openxmlformats.org/drawingml/2006/main">
              <a:ext uri="{FF2B5EF4-FFF2-40B4-BE49-F238E27FC236}">
                <a16:creationId xmlns:a16="http://schemas.microsoft.com/office/drawing/2014/main" id="{B6D74E91-7F9D-445A-9D5A-D936D47F61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DF7EE57-433A-40AE-9D93-D33BBB3E71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75A1A1-4F5E-44F9-B94A-C250BE555197}"/>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90D6C8D-A700-4FCE-B56C-3A9ABC2F10AC}"/>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6410EC8-7B17-4C9B-9964-44916E02199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1220A7F-94E3-4E5B-BFA0-48322E2FCDB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6" name="Footer Placeholder 5">
            <a:extLst xmlns:a="http://schemas.openxmlformats.org/drawingml/2006/main">
              <a:ext uri="{FF2B5EF4-FFF2-40B4-BE49-F238E27FC236}">
                <a16:creationId xmlns:a16="http://schemas.microsoft.com/office/drawing/2014/main" id="{27E378A7-2C2A-4383-8653-F4DA3178C6C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888D93A-9480-4E63-8798-CD24AF0A91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EF6621-ECC8-4152-9057-81E2FDAEC23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693B2BEA-9AD4-4A0C-A422-54C36BB8401B}"/>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46126CA7-371A-43DB-8F97-FAC204E22554}"/>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E1BBC57-3C07-4506-B4A1-832FDC2AC2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6" name="Footer Placeholder 5">
            <a:extLst xmlns:a="http://schemas.openxmlformats.org/drawingml/2006/main">
              <a:ext uri="{FF2B5EF4-FFF2-40B4-BE49-F238E27FC236}">
                <a16:creationId xmlns:a16="http://schemas.microsoft.com/office/drawing/2014/main" id="{751FE5C9-2CC7-4F1D-BC56-0A551A41B6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B8682B3-FAFE-491A-8C8A-4FCDBD771F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254D76-6DBE-44B7-BA10-CABAE4DC19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ED751C6-4C65-4D0C-803C-D873E75728A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7E3335A-CD1D-48A4-BBF1-DFE274F90F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C2ED7192-B6E0-4D23-B0F4-2ED81C2414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FE35068-BFD5-4BFC-983A-200964FB6D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9EE84AD-9F49-48BE-9C47-E797DEF60337}"/>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1AD3D05-FE87-4F0F-8AD2-D3A0256B3B3E}"/>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B5D02F6-DF5D-4A18-81E3-7798A49C00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CAB3DD7E-1A38-4F0A-8410-AFE04DC7FD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6FA0932-B146-44C0-800B-F7D153BAA7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433679227c4802" /><Relationship Type="http://schemas.openxmlformats.org/officeDocument/2006/relationships/slideLayout" Target="/ppt/slideLayouts/slideLayout1.xml" Id="R7706fb456e524e0a" /><Relationship Type="http://schemas.openxmlformats.org/officeDocument/2006/relationships/slideLayout" Target="/ppt/slideLayouts/slideLayout2.xml" Id="R70bd9505401e4bf6" /><Relationship Type="http://schemas.openxmlformats.org/officeDocument/2006/relationships/slideLayout" Target="/ppt/slideLayouts/slideLayout3.xml" Id="R4211aa63429f4d1d" /><Relationship Type="http://schemas.openxmlformats.org/officeDocument/2006/relationships/slideLayout" Target="/ppt/slideLayouts/slideLayout4.xml" Id="R3420b8e3dc8045c1" /><Relationship Type="http://schemas.openxmlformats.org/officeDocument/2006/relationships/slideLayout" Target="/ppt/slideLayouts/slideLayout5.xml" Id="R21365f79a4624d90" /><Relationship Type="http://schemas.openxmlformats.org/officeDocument/2006/relationships/slideLayout" Target="/ppt/slideLayouts/slideLayout6.xml" Id="R291da212cffd40aa" /><Relationship Type="http://schemas.openxmlformats.org/officeDocument/2006/relationships/slideLayout" Target="/ppt/slideLayouts/slideLayout7.xml" Id="Rca14f16c76cc416a" /><Relationship Type="http://schemas.openxmlformats.org/officeDocument/2006/relationships/slideLayout" Target="/ppt/slideLayouts/slideLayout8.xml" Id="R365c0b3119ce4421" /><Relationship Type="http://schemas.openxmlformats.org/officeDocument/2006/relationships/slideLayout" Target="/ppt/slideLayouts/slideLayout9.xml" Id="Rd553b075dfbc41ae" /><Relationship Type="http://schemas.openxmlformats.org/officeDocument/2006/relationships/slideLayout" Target="/ppt/slideLayouts/slideLayout10.xml" Id="R2c2d208fee9a4fd9" /><Relationship Type="http://schemas.openxmlformats.org/officeDocument/2006/relationships/slideLayout" Target="/ppt/slideLayouts/slideLayout11.xml" Id="Rfc38e9ebe9684ff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C695D76-3F76-4440-BE44-E11DC8D09955}"/>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1A57BFB-E7FD-43C8-A3D2-454449D5C4F2}"/>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CD78B87-4569-4FAE-AC1E-60B780FF4359}"/>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D429C498-524F-43DB-8E60-5093D891D82E}"/>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ACA8424-BFE9-4B1D-B213-4F570AB349AE}"/>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5B8702D1-3802-43A1-9CC1-AD6315A316D9}"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06fb456e524e0a"/>
    <p:sldLayoutId xmlns:r="http://schemas.openxmlformats.org/officeDocument/2006/relationships" id="2147483650" r:id="R70bd9505401e4bf6"/>
    <p:sldLayoutId xmlns:r="http://schemas.openxmlformats.org/officeDocument/2006/relationships" id="2147483651" r:id="R4211aa63429f4d1d"/>
    <p:sldLayoutId xmlns:r="http://schemas.openxmlformats.org/officeDocument/2006/relationships" id="2147483652" r:id="R3420b8e3dc8045c1"/>
    <p:sldLayoutId xmlns:r="http://schemas.openxmlformats.org/officeDocument/2006/relationships" id="2147483653" r:id="R21365f79a4624d90"/>
    <p:sldLayoutId xmlns:r="http://schemas.openxmlformats.org/officeDocument/2006/relationships" id="2147483654" r:id="R291da212cffd40aa"/>
    <p:sldLayoutId xmlns:r="http://schemas.openxmlformats.org/officeDocument/2006/relationships" id="2147483655" r:id="Rca14f16c76cc416a"/>
    <p:sldLayoutId xmlns:r="http://schemas.openxmlformats.org/officeDocument/2006/relationships" id="2147483656" r:id="R365c0b3119ce4421"/>
    <p:sldLayoutId xmlns:r="http://schemas.openxmlformats.org/officeDocument/2006/relationships" id="2147483657" r:id="Rd553b075dfbc41ae"/>
    <p:sldLayoutId xmlns:r="http://schemas.openxmlformats.org/officeDocument/2006/relationships" id="2147483658" r:id="R2c2d208fee9a4fd9"/>
    <p:sldLayoutId xmlns:r="http://schemas.openxmlformats.org/officeDocument/2006/relationships" id="2147483659" r:id="Rfc38e9ebe9684ffd"/>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bb09fa4f994aad" /><Relationship Type="http://schemas.openxmlformats.org/officeDocument/2006/relationships/image" Target="/ppt/media/image.jpeg" Id="Ra8160f6548df40e7" /><Relationship Type="http://schemas.openxmlformats.org/officeDocument/2006/relationships/notesSlide" Target="/ppt/notesSlides/notesSlide1.xml" Id="R89f15b6e83ec43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6bce9c3bb154a6e" /><Relationship Type="http://schemas.openxmlformats.org/officeDocument/2006/relationships/image" Target="/ppt/media/image.jpeg" Id="Rb6a9c7ffd40e46fb" /><Relationship Type="http://schemas.openxmlformats.org/officeDocument/2006/relationships/notesSlide" Target="/ppt/notesSlides/notesSlide2.xml" Id="R694a49e2d6b740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badc3a30a514b02" /><Relationship Type="http://schemas.openxmlformats.org/officeDocument/2006/relationships/image" Target="/ppt/media/image.jpeg" Id="R0278a66879f04fb4" /><Relationship Type="http://schemas.openxmlformats.org/officeDocument/2006/relationships/notesSlide" Target="/ppt/notesSlides/notesSlide3.xml" Id="R6b1869a3798349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4abb09a03ff45fc" /><Relationship Type="http://schemas.openxmlformats.org/officeDocument/2006/relationships/image" Target="/ppt/media/image.jpeg" Id="R7afcda14c193464d" /><Relationship Type="http://schemas.openxmlformats.org/officeDocument/2006/relationships/notesSlide" Target="/ppt/notesSlides/notesSlide4.xml" Id="R9f40a4d03d9344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362f1bdd74345ae" /><Relationship Type="http://schemas.openxmlformats.org/officeDocument/2006/relationships/image" Target="/ppt/media/image.jpeg" Id="Rc4e714e6021e41a2" /><Relationship Type="http://schemas.openxmlformats.org/officeDocument/2006/relationships/notesSlide" Target="/ppt/notesSlides/notesSlide5.xml" Id="R3939f7aff2b347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784bf6b1e6c412f" /><Relationship Type="http://schemas.openxmlformats.org/officeDocument/2006/relationships/image" Target="/ppt/media/image.jpeg" Id="Rfae3d84523d74747" /><Relationship Type="http://schemas.openxmlformats.org/officeDocument/2006/relationships/notesSlide" Target="/ppt/notesSlides/notesSlide6.xml" Id="R5ae9508ec2c2439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9272644-3B26-48B6-88C1-08D26676343A}"/>
              </a:ext>
            </a:extLst>
          </p:cNvPr>
          <p:cNvSpPr>
            <a:spLocks xmlns:a="http://schemas.openxmlformats.org/drawingml/2006/main" noGrp="1"/>
          </p:cNvSpPr>
          <p:nvPr>
            <p:ph type="ctrTitle" idx="0"/>
          </p:nvPr>
        </p:nvSpPr>
        <p:spPr>
          <a:xfrm xmlns:a="http://schemas.openxmlformats.org/drawingml/2006/main">
            <a:off x="1524000" y="2209800"/>
            <a:ext cx="9144000" cy="1123950"/>
          </a:xfrm>
        </p:spPr>
        <p:txBody>
          <a:bodyPr xmlns:a="http://schemas.openxmlformats.org/drawingml/2006/main" lIns="0" tIns="0" rIns="0" bIns="0"/>
          <a:lstStyle xmlns:a="http://schemas.openxmlformats.org/drawingml/2006/main">
            <a:defPPr algn="ctr">
              <a:defRPr sz="6150">
                <a:solidFill>
                  <a:srgbClr val="213B57"/>
                </a:solidFill>
                <a:latin typeface="Calibri Light"/>
                <a:ea typeface="Calibri Light"/>
                <a:cs typeface="Calibri Light"/>
              </a:defRPr>
            </a:defPPr>
          </a:lstStyle>
          <a:p xmlns:a="http://schemas.openxmlformats.org/drawingml/2006/main">
            <a:pPr algn="ctr">
              <a:buNone/>
              <a:defRPr sz="6150">
                <a:solidFill>
                  <a:srgbClr val="213B57"/>
                </a:solidFill>
                <a:latin typeface="Calibri Light"/>
                <a:ea typeface="Calibri Light"/>
                <a:cs typeface="Calibri Light"/>
              </a:defRPr>
            </a:pPr>
            <a:r>
              <a:rPr sz="6150">
                <a:solidFill>
                  <a:srgbClr val="213B57"/>
                </a:solidFill>
                <a:latin typeface="Calibri Light"/>
                <a:ea typeface="Calibri Light"/>
                <a:cs typeface="Calibri Light"/>
              </a:rPr>
              <a:t>MentorPulse</a:t>
            </a:r>
          </a:p>
        </p:txBody>
      </p:sp>
      <p:sp>
        <p:nvSpPr>
          <p:cNvPr id="3" name="Subtitle 2">
            <a:extLst xmlns:a="http://schemas.openxmlformats.org/drawingml/2006/main">
              <a:ext uri="{FF2B5EF4-FFF2-40B4-BE49-F238E27FC236}">
                <a16:creationId xmlns:a16="http://schemas.microsoft.com/office/drawing/2014/main" id="{01E12397-080D-4DB6-816B-62B698AB2E47}"/>
              </a:ext>
            </a:extLst>
          </p:cNvPr>
          <p:cNvSpPr>
            <a:spLocks xmlns:a="http://schemas.openxmlformats.org/drawingml/2006/main" noGrp="1"/>
          </p:cNvSpPr>
          <p:nvPr>
            <p:ph type="subTitle" idx="1"/>
          </p:nvPr>
        </p:nvSpPr>
        <p:spPr>
          <a:xfrm xmlns:a="http://schemas.openxmlformats.org/drawingml/2006/main">
            <a:off x="1524000" y="4362450"/>
            <a:ext cx="9144000" cy="933450"/>
          </a:xfrm>
        </p:spPr>
        <p:txBody>
          <a:bodyPr xmlns:a="http://schemas.openxmlformats.org/drawingml/2006/main" lIns="0" tIns="0" rIns="0" bIns="0"/>
          <a:lstStyle xmlns:a="http://schemas.openxmlformats.org/drawingml/2006/main">
            <a:defPPr algn="ctr">
              <a:defRPr sz="2175" i="0">
                <a:solidFill>
                  <a:srgbClr val="213B57"/>
                </a:solidFill>
                <a:latin typeface="Segoe UI"/>
                <a:ea typeface="Segoe UI"/>
                <a:cs typeface="Segoe UI"/>
              </a:defRPr>
            </a:defPPr>
          </a:lstStyle>
          <a:p xmlns:a="http://schemas.openxmlformats.org/drawingml/2006/main">
            <a:pPr algn="ctr">
              <a:buNone/>
              <a:defRPr sz="2175" i="0">
                <a:solidFill>
                  <a:srgbClr val="213B57"/>
                </a:solidFill>
                <a:latin typeface="Segoe UI"/>
                <a:ea typeface="Segoe UI"/>
                <a:cs typeface="Segoe UI"/>
              </a:defRPr>
            </a:pPr>
            <a:r>
              <a:rPr sz="2175" i="0">
                <a:solidFill>
                  <a:srgbClr val="213B57"/>
                </a:solidFill>
                <a:latin typeface="Segoe UI"/>
                <a:ea typeface="Segoe UI"/>
                <a:cs typeface="Segoe UI"/>
              </a:rPr>
              <a:t>Navaneeth Krishna    Shivamshi Ullas</a:t>
            </a:r>
          </a:p>
          <a:p xmlns:a="http://schemas.openxmlformats.org/drawingml/2006/main">
            <a:pPr algn="ctr">
              <a:buNone/>
              <a:defRPr sz="2175" i="0">
                <a:solidFill>
                  <a:srgbClr val="213B57"/>
                </a:solidFill>
                <a:latin typeface="Segoe UI"/>
                <a:ea typeface="Segoe UI"/>
                <a:cs typeface="Segoe UI"/>
              </a:defRPr>
            </a:pPr>
            <a:r>
              <a:rPr sz="2175" i="0">
                <a:solidFill>
                  <a:srgbClr val="213B57"/>
                </a:solidFill>
                <a:latin typeface="Segoe UI"/>
                <a:ea typeface="Segoe UI"/>
                <a:cs typeface="Segoe UI"/>
              </a:rPr>
              <a:t>Chandhana    Prakshitha Pradeep</a:t>
            </a:r>
          </a:p>
        </p:txBody>
      </p:sp>
      <p:pic>
        <p:nvPicPr>
          <p:cNvPr id="5" name="Picture 4">
            <a:extLst xmlns:a="http://schemas.openxmlformats.org/drawingml/2006/main">
              <a:ext uri="{FF2B5EF4-FFF2-40B4-BE49-F238E27FC236}">
                <a16:creationId xmlns:a16="http://schemas.microsoft.com/office/drawing/2014/main" id="{FC3BD42C-509C-4177-9446-E64B02CE2006}"/>
              </a:ext>
            </a:extLst>
          </p:cNvPr>
          <p:cNvPicPr>
            <a:picLocks xmlns:a="http://schemas.openxmlformats.org/drawingml/2006/main" noChangeAspect="1"/>
          </p:cNvPicPr>
          <p:nvPr/>
        </p:nvPicPr>
        <p:blipFill>
          <a:blip xmlns:r="http://schemas.openxmlformats.org/officeDocument/2006/relationships" xmlns:a="http://schemas.openxmlformats.org/drawingml/2006/main" r:embed="Ra8160f6548df40e7"/>
          <a:stretch xmlns:a="http://schemas.openxmlformats.org/drawingml/2006/main">
            <a:fillRect l="0" t="0" r="0" b="0"/>
          </a:stretch>
        </p:blipFill>
        <p:spPr>
          <a:xfrm xmlns:a="http://schemas.openxmlformats.org/drawingml/2006/main">
            <a:off x="9602421" y="23813"/>
            <a:ext cx="1751379" cy="815788"/>
          </a:xfrm>
          <a:prstGeom xmlns:a="http://schemas.openxmlformats.org/drawingml/2006/main" prst="rect">
            <a:avLst/>
          </a:prstGeom>
        </p:spPr>
      </p:pic>
      <p:sp>
        <p:nvSpPr>
          <p:cNvPr id="7" name="Footer Placeholder 6">
            <a:extLst xmlns:a="http://schemas.openxmlformats.org/drawingml/2006/main">
              <a:ext uri="{FF2B5EF4-FFF2-40B4-BE49-F238E27FC236}">
                <a16:creationId xmlns:a16="http://schemas.microsoft.com/office/drawing/2014/main" id="{DDE106EB-3D8D-4E9B-83EA-40F1EA6BD1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6" name="Subtitle 2">
            <a:extLst xmlns:a="http://schemas.openxmlformats.org/drawingml/2006/main">
              <a:ext uri="{FF2B5EF4-FFF2-40B4-BE49-F238E27FC236}">
                <a16:creationId xmlns:a16="http://schemas.microsoft.com/office/drawing/2014/main" id="{45970ADE-5FDF-4E55-B3E2-E162D9B90948}"/>
              </a:ext>
            </a:extLst>
          </p:cNvPr>
          <p:cNvSpPr>
            <a:spLocks xmlns:a="http://schemas.openxmlformats.org/drawingml/2006/main" noGrp="1"/>
          </p:cNvSpPr>
          <p:nvPr/>
        </p:nvSpPr>
        <p:spPr>
          <a:xfrm xmlns:a="http://schemas.openxmlformats.org/drawingml/2006/main">
            <a:off x="1524000" y="5562600"/>
            <a:ext cx="9144000" cy="4762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defPPr algn="ctr">
              <a:defRPr sz="1875">
                <a:solidFill>
                  <a:srgbClr val="596B7C"/>
                </a:solidFill>
                <a:latin typeface="Segoe UI"/>
                <a:ea typeface="Segoe UI"/>
                <a:cs typeface="Segoe UI"/>
              </a:defRPr>
            </a:defPPr>
            <a:lvl1pPr marL="0" indent="0" algn="ctr"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defRPr sz="1875">
                <a:solidFill>
                  <a:srgbClr val="596B7C"/>
                </a:solidFill>
                <a:latin typeface="Segoe UI"/>
                <a:ea typeface="Segoe UI"/>
                <a:cs typeface="Segoe UI"/>
              </a:defRPr>
            </a:pPr>
            <a:r>
              <a:rPr sz="1875">
                <a:solidFill>
                  <a:srgbClr val="596B7C"/>
                </a:solidFill>
                <a:latin typeface="Segoe UI"/>
                <a:ea typeface="Segoe UI"/>
                <a:cs typeface="Segoe UI"/>
              </a:rPr>
              <a:t>Group 11</a:t>
            </a:r>
            <a:endParaRPr i="1"/>
          </a:p>
        </p:txBody>
      </p:sp>
      <p:sp>
        <p:nvSpPr>
          <p:cNvPr id="8" name="Skill-based mentor matching and progress tracking">
            <a:extLst xmlns:a="http://schemas.openxmlformats.org/drawingml/2006/main">
              <a:ext uri="{FF2B5EF4-FFF2-40B4-BE49-F238E27FC236}">
                <a16:creationId xmlns:a16="http://schemas.microsoft.com/office/drawing/2014/main" id="{4A8672CB-C061-4293-9B9D-FE403EA8C655}"/>
              </a:ext>
            </a:extLst>
          </p:cNvPr>
          <p:cNvSpPr>
            <a:spLocks xmlns:a="http://schemas.openxmlformats.org/drawingml/2006/main" noGrp="1"/>
          </p:cNvSpPr>
          <p:nvPr/>
        </p:nvSpPr>
        <p:spPr>
          <a:xfrm xmlns:a="http://schemas.openxmlformats.org/drawingml/2006/main">
            <a:off x="1524000" y="3448050"/>
            <a:ext cx="9144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138B5D"/>
                </a:solidFill>
                <a:latin typeface="Segoe UI"/>
                <a:ea typeface="Segoe UI"/>
                <a:cs typeface="Segoe UI"/>
              </a:defRPr>
            </a:defPPr>
          </a:lstStyle>
          <a:p xmlns:a="http://schemas.openxmlformats.org/drawingml/2006/main">
            <a:pPr algn="ctr">
              <a:buNone/>
              <a:defRPr sz="2475" b="0">
                <a:solidFill>
                  <a:srgbClr val="138B5D"/>
                </a:solidFill>
                <a:latin typeface="Segoe UI"/>
                <a:ea typeface="Segoe UI"/>
                <a:cs typeface="Segoe UI"/>
              </a:defRPr>
            </a:pPr>
            <a:r>
              <a:rPr sz="2475" b="0">
                <a:solidFill>
                  <a:srgbClr val="138B5D"/>
                </a:solidFill>
                <a:latin typeface="Segoe UI"/>
                <a:ea typeface="Segoe UI"/>
                <a:cs typeface="Segoe UI"/>
              </a:rPr>
              <a:t>Skill-based mentor matching and progress tracking</a:t>
            </a:r>
          </a:p>
        </p:txBody>
      </p:sp>
    </p:spTree>
    <p:extLst>
      <p:ext uri="{BB962C8B-B14F-4D97-AF65-F5344CB8AC3E}">
        <p14:creationId xmlns:p14="http://schemas.microsoft.com/office/powerpoint/2010/main" val="25252304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B8BE6E01-D63A-4D90-8926-6DE0E4991868}"/>
              </a:ext>
            </a:extLst>
          </p:cNvPr>
          <p:cNvCxnSpPr>
            <a:stCxn xmlns:a="http://schemas.openxmlformats.org/drawingml/2006/main" id="21" idx="3"/>
            <a:endCxn xmlns:a="http://schemas.openxmlformats.org/drawingml/2006/main" id="22" idx="1"/>
          </p:cNvCxnSpPr>
          <p:nvPr/>
        </p:nvCxnSpPr>
        <p:spPr>
          <a:xfrm xmlns:a="http://schemas.openxmlformats.org/drawingml/2006/main">
            <a:off x="9163050" y="4972050"/>
            <a:ext cx="438150"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25" name="">
            <a:extLst xmlns:a="http://schemas.openxmlformats.org/drawingml/2006/main">
              <a:ext uri="{FF2B5EF4-FFF2-40B4-BE49-F238E27FC236}">
                <a16:creationId xmlns:a16="http://schemas.microsoft.com/office/drawing/2014/main" id="{66F3A459-442D-4AF5-A014-5340D3856A8B}"/>
              </a:ext>
            </a:extLst>
          </p:cNvPr>
          <p:cNvCxnSpPr>
            <a:stCxn xmlns:a="http://schemas.openxmlformats.org/drawingml/2006/main" id="20" idx="3"/>
            <a:endCxn xmlns:a="http://schemas.openxmlformats.org/drawingml/2006/main" id="21" idx="1"/>
          </p:cNvCxnSpPr>
          <p:nvPr/>
        </p:nvCxnSpPr>
        <p:spPr>
          <a:xfrm xmlns:a="http://schemas.openxmlformats.org/drawingml/2006/main">
            <a:off x="6972300" y="4972050"/>
            <a:ext cx="438150"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24" name="">
            <a:extLst xmlns:a="http://schemas.openxmlformats.org/drawingml/2006/main">
              <a:ext uri="{FF2B5EF4-FFF2-40B4-BE49-F238E27FC236}">
                <a16:creationId xmlns:a16="http://schemas.microsoft.com/office/drawing/2014/main" id="{5CAE8989-1419-44D4-B844-234DF07F6528}"/>
              </a:ext>
            </a:extLst>
          </p:cNvPr>
          <p:cNvCxnSpPr>
            <a:stCxn xmlns:a="http://schemas.openxmlformats.org/drawingml/2006/main" id="19" idx="3"/>
            <a:endCxn xmlns:a="http://schemas.openxmlformats.org/drawingml/2006/main" id="20" idx="1"/>
          </p:cNvCxnSpPr>
          <p:nvPr/>
        </p:nvCxnSpPr>
        <p:spPr>
          <a:xfrm xmlns:a="http://schemas.openxmlformats.org/drawingml/2006/main">
            <a:off x="4781550" y="4972050"/>
            <a:ext cx="438150"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23" name="">
            <a:extLst xmlns:a="http://schemas.openxmlformats.org/drawingml/2006/main">
              <a:ext uri="{FF2B5EF4-FFF2-40B4-BE49-F238E27FC236}">
                <a16:creationId xmlns:a16="http://schemas.microsoft.com/office/drawing/2014/main" id="{64AF3845-D89D-483F-91B4-59509CFC337C}"/>
              </a:ext>
            </a:extLst>
          </p:cNvPr>
          <p:cNvCxnSpPr>
            <a:stCxn xmlns:a="http://schemas.openxmlformats.org/drawingml/2006/main" id="18" idx="3"/>
            <a:endCxn xmlns:a="http://schemas.openxmlformats.org/drawingml/2006/main" id="19" idx="1"/>
          </p:cNvCxnSpPr>
          <p:nvPr/>
        </p:nvCxnSpPr>
        <p:spPr>
          <a:xfrm xmlns:a="http://schemas.openxmlformats.org/drawingml/2006/main">
            <a:off x="2590800" y="4972050"/>
            <a:ext cx="438150"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17" name="">
            <a:extLst xmlns:a="http://schemas.openxmlformats.org/drawingml/2006/main">
              <a:ext uri="{FF2B5EF4-FFF2-40B4-BE49-F238E27FC236}">
                <a16:creationId xmlns:a16="http://schemas.microsoft.com/office/drawing/2014/main" id="{E360EC1E-8F3B-4D98-A79E-031AC60AB209}"/>
              </a:ext>
            </a:extLst>
          </p:cNvPr>
          <p:cNvCxnSpPr>
            <a:stCxn xmlns:a="http://schemas.openxmlformats.org/drawingml/2006/main" id="15" idx="1"/>
            <a:endCxn xmlns:a="http://schemas.openxmlformats.org/drawingml/2006/main" id="14" idx="3"/>
          </p:cNvCxnSpPr>
          <p:nvPr/>
        </p:nvCxnSpPr>
        <p:spPr>
          <a:xfrm xmlns:a="http://schemas.openxmlformats.org/drawingml/2006/main" flipH="1">
            <a:off x="7486650" y="3676650"/>
            <a:ext cx="1076325"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16" name="">
            <a:extLst xmlns:a="http://schemas.openxmlformats.org/drawingml/2006/main">
              <a:ext uri="{FF2B5EF4-FFF2-40B4-BE49-F238E27FC236}">
                <a16:creationId xmlns:a16="http://schemas.microsoft.com/office/drawing/2014/main" id="{1D11188D-064B-4619-BCAF-78C1D12E9781}"/>
              </a:ext>
            </a:extLst>
          </p:cNvPr>
          <p:cNvCxnSpPr>
            <a:stCxn xmlns:a="http://schemas.openxmlformats.org/drawingml/2006/main" id="13" idx="3"/>
            <a:endCxn xmlns:a="http://schemas.openxmlformats.org/drawingml/2006/main" id="14" idx="1"/>
          </p:cNvCxnSpPr>
          <p:nvPr/>
        </p:nvCxnSpPr>
        <p:spPr>
          <a:xfrm xmlns:a="http://schemas.openxmlformats.org/drawingml/2006/main">
            <a:off x="3629025" y="3676650"/>
            <a:ext cx="1066800" cy="0"/>
          </a:xfrm>
          <a:prstGeom xmlns:a="http://schemas.openxmlformats.org/drawingml/2006/main" prst="straightConnector1">
            <a:avLst/>
          </a:prstGeom>
          <a:ln xmlns:a="http://schemas.openxmlformats.org/drawingml/2006/main" w="21908">
            <a:solidFill>
              <a:srgbClr val="2676AD"/>
            </a:solidFill>
            <a:tailEnd type="triangle" w="sm" len="sm"/>
          </a:ln>
        </p:spPr>
      </p:cxnSp>
      <p:sp>
        <p:nvSpPr>
          <p:cNvPr id="2" name="Title 1">
            <a:extLst xmlns:a="http://schemas.openxmlformats.org/drawingml/2006/main">
              <a:ext uri="{FF2B5EF4-FFF2-40B4-BE49-F238E27FC236}">
                <a16:creationId xmlns:a16="http://schemas.microsoft.com/office/drawing/2014/main" id="{50356941-FDBF-4F45-BFAF-559FCF088C52}"/>
              </a:ext>
            </a:extLst>
          </p:cNvPr>
          <p:cNvSpPr>
            <a:spLocks xmlns:a="http://schemas.openxmlformats.org/drawingml/2006/main" noGrp="1"/>
          </p:cNvSpPr>
          <p:nvPr>
            <p:ph type="title" idx="0"/>
          </p:nvPr>
        </p:nvSpPr>
        <p:spPr>
          <a:xfrm xmlns:a="http://schemas.openxmlformats.org/drawingml/2006/main">
            <a:off x="838200" y="762000"/>
            <a:ext cx="10515600" cy="666750"/>
          </a:xfrm>
        </p:spPr>
        <p:txBody>
          <a:bodyPr xmlns:a="http://schemas.openxmlformats.org/drawingml/2006/main" lIns="0" tIns="0" rIns="0" bIns="0">
            <a:noAutofit/>
          </a:bodyPr>
          <a:lstStyle xmlns:a="http://schemas.openxmlformats.org/drawingml/2006/main">
            <a:defPPr>
              <a:defRPr sz="3300">
                <a:solidFill>
                  <a:srgbClr val="000000"/>
                </a:solidFill>
                <a:latin typeface="Calibri Light"/>
                <a:ea typeface="Calibri Light"/>
                <a:cs typeface="Calibri Light"/>
              </a:defRPr>
            </a:defPPr>
          </a:lstStyle>
          <a:p xmlns:a="http://schemas.openxmlformats.org/drawingml/2006/main">
            <a:pPr>
              <a:buNone/>
              <a:defRPr sz="3300">
                <a:solidFill>
                  <a:srgbClr val="000000"/>
                </a:solidFill>
                <a:latin typeface="Calibri Light"/>
                <a:ea typeface="Calibri Light"/>
                <a:cs typeface="Calibri Light"/>
              </a:defRPr>
            </a:pPr>
            <a:r>
              <a:rPr sz="3300">
                <a:solidFill>
                  <a:srgbClr val="000000"/>
                </a:solidFill>
                <a:latin typeface="Calibri Light"/>
                <a:ea typeface="Calibri Light"/>
                <a:cs typeface="Calibri Light"/>
              </a:rPr>
              <a:t>Introduction</a:t>
            </a:r>
          </a:p>
        </p:txBody>
      </p:sp>
      <p:pic>
        <p:nvPicPr>
          <p:cNvPr id="5" name="Picture 4">
            <a:extLst xmlns:a="http://schemas.openxmlformats.org/drawingml/2006/main">
              <a:ext uri="{FF2B5EF4-FFF2-40B4-BE49-F238E27FC236}">
                <a16:creationId xmlns:a16="http://schemas.microsoft.com/office/drawing/2014/main" id="{AFB9337C-9A9C-48A9-8F81-7CC8974BD65C}"/>
              </a:ext>
            </a:extLst>
          </p:cNvPr>
          <p:cNvPicPr>
            <a:picLocks xmlns:a="http://schemas.openxmlformats.org/drawingml/2006/main" noChangeAspect="1"/>
          </p:cNvPicPr>
          <p:nvPr/>
        </p:nvPicPr>
        <p:blipFill>
          <a:blip xmlns:r="http://schemas.openxmlformats.org/officeDocument/2006/relationships" xmlns:a="http://schemas.openxmlformats.org/drawingml/2006/main" r:embed="Rb6a9c7ffd40e46fb"/>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8836FB23-0C45-4752-9FD2-D0DAE436BC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F8574A4C-894B-4A28-9710-7F9775073F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2598689-54C9-18A7-3A19-ED76AA08988F}" type="slidenum">
              <a:rPr sz="1600"/>
              <a:t>2</a:t>
            </a:fld>
            <a:endParaRPr sz="1600"/>
          </a:p>
        </p:txBody>
      </p:sp>
      <p:sp>
        <p:nvSpPr>
          <p:cNvPr id="11" name="Platform overview and mentorship journey">
            <a:extLst xmlns:a="http://schemas.openxmlformats.org/drawingml/2006/main">
              <a:ext uri="{FF2B5EF4-FFF2-40B4-BE49-F238E27FC236}">
                <a16:creationId xmlns:a16="http://schemas.microsoft.com/office/drawing/2014/main" id="{62BBB1A2-8BBD-4C79-BA98-C0E6D36F07FF}"/>
              </a:ext>
            </a:extLst>
          </p:cNvPr>
          <p:cNvSpPr>
            <a:spLocks xmlns:a="http://schemas.openxmlformats.org/drawingml/2006/main" noGrp="1"/>
          </p:cNvSpPr>
          <p:nvPr/>
        </p:nvSpPr>
        <p:spPr>
          <a:xfrm xmlns:a="http://schemas.openxmlformats.org/drawingml/2006/main">
            <a:off x="838200" y="1600200"/>
            <a:ext cx="10515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8B5D"/>
                </a:solidFill>
                <a:latin typeface="Segoe UI"/>
                <a:ea typeface="Segoe UI"/>
                <a:cs typeface="Segoe UI"/>
              </a:defRPr>
            </a:defPPr>
          </a:lstStyle>
          <a:p xmlns:a="http://schemas.openxmlformats.org/drawingml/2006/main">
            <a:pPr algn="l">
              <a:defRPr sz="1875" b="1">
                <a:solidFill>
                  <a:srgbClr val="138B5D"/>
                </a:solidFill>
                <a:latin typeface="Segoe UI"/>
                <a:ea typeface="Segoe UI"/>
                <a:cs typeface="Segoe UI"/>
              </a:defRPr>
            </a:pPr>
            <a:r>
              <a:rPr sz="1875" b="1">
                <a:solidFill>
                  <a:srgbClr val="138B5D"/>
                </a:solidFill>
                <a:latin typeface="Segoe UI"/>
                <a:ea typeface="Segoe UI"/>
                <a:cs typeface="Segoe UI"/>
              </a:rPr>
              <a:t>Platform overview and mentorship journey</a:t>
            </a:r>
          </a:p>
        </p:txBody>
      </p:sp>
      <p:sp>
        <p:nvSpPr>
          <p:cNvPr id="12" name="MentorPulse connects learners with suitable mentor">
            <a:extLst xmlns:a="http://schemas.openxmlformats.org/drawingml/2006/main">
              <a:ext uri="{FF2B5EF4-FFF2-40B4-BE49-F238E27FC236}">
                <a16:creationId xmlns:a16="http://schemas.microsoft.com/office/drawing/2014/main" id="{97E49F17-B1B3-4EA2-B293-B21A49BCEFF7}"/>
              </a:ext>
            </a:extLst>
          </p:cNvPr>
          <p:cNvSpPr>
            <a:spLocks xmlns:a="http://schemas.openxmlformats.org/drawingml/2006/main" noGrp="1"/>
          </p:cNvSpPr>
          <p:nvPr/>
        </p:nvSpPr>
        <p:spPr>
          <a:xfrm xmlns:a="http://schemas.openxmlformats.org/drawingml/2006/main">
            <a:off x="838200" y="2162175"/>
            <a:ext cx="1051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13B57"/>
                </a:solidFill>
                <a:latin typeface="Segoe UI"/>
                <a:ea typeface="Segoe UI"/>
                <a:cs typeface="Segoe UI"/>
              </a:defRPr>
            </a:defPPr>
          </a:lstStyle>
          <a:p xmlns:a="http://schemas.openxmlformats.org/drawingml/2006/main">
            <a:pPr algn="l">
              <a:defRPr sz="2250" b="1">
                <a:solidFill>
                  <a:srgbClr val="213B57"/>
                </a:solidFill>
                <a:latin typeface="Segoe UI"/>
                <a:ea typeface="Segoe UI"/>
                <a:cs typeface="Segoe UI"/>
              </a:defRPr>
            </a:pPr>
            <a:r>
              <a:rPr sz="2250" b="1">
                <a:solidFill>
                  <a:srgbClr val="213B57"/>
                </a:solidFill>
                <a:latin typeface="Segoe UI"/>
                <a:ea typeface="Segoe UI"/>
                <a:cs typeface="Segoe UI"/>
              </a:rPr>
              <a:t>MentorPulse connects learners with suitable mentors and gives</a:t>
            </a:r>
          </a:p>
          <a:p xmlns:a="http://schemas.openxmlformats.org/drawingml/2006/main">
            <a:pPr algn="l">
              <a:defRPr sz="2250" b="1">
                <a:solidFill>
                  <a:srgbClr val="213B57"/>
                </a:solidFill>
                <a:latin typeface="Segoe UI"/>
                <a:ea typeface="Segoe UI"/>
                <a:cs typeface="Segoe UI"/>
              </a:defRPr>
            </a:pPr>
            <a:r>
              <a:rPr sz="2250" b="1">
                <a:solidFill>
                  <a:srgbClr val="213B57"/>
                </a:solidFill>
                <a:latin typeface="Segoe UI"/>
                <a:ea typeface="Segoe UI"/>
                <a:cs typeface="Segoe UI"/>
              </a:rPr>
              <a:t>each pair a shared record of their learning journey.</a:t>
            </a:r>
          </a:p>
        </p:txBody>
      </p:sp>
      <p:sp>
        <p:nvSpPr>
          <p:cNvPr id="13" name="Learner Skills and goals">
            <a:extLst xmlns:a="http://schemas.openxmlformats.org/drawingml/2006/main">
              <a:ext uri="{FF2B5EF4-FFF2-40B4-BE49-F238E27FC236}">
                <a16:creationId xmlns:a16="http://schemas.microsoft.com/office/drawing/2014/main" id="{9A763DDB-D4BE-4A69-B501-BA66F0CA9FB8}"/>
              </a:ext>
            </a:extLst>
          </p:cNvPr>
          <p:cNvSpPr>
            <a:spLocks xmlns:a="http://schemas.openxmlformats.org/drawingml/2006/main" noGrp="1"/>
          </p:cNvSpPr>
          <p:nvPr/>
        </p:nvSpPr>
        <p:spPr>
          <a:xfrm xmlns:a="http://schemas.openxmlformats.org/drawingml/2006/main">
            <a:off x="838200" y="3238500"/>
            <a:ext cx="2790825" cy="876300"/>
          </a:xfrm>
          <a:prstGeom xmlns:a="http://schemas.openxmlformats.org/drawingml/2006/main" prst="roundRect">
            <a:avLst>
              <a:gd name="adj" fmla="val 10870"/>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Learner</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Skills and goals</a:t>
            </a:r>
          </a:p>
        </p:txBody>
      </p:sp>
      <p:sp>
        <p:nvSpPr>
          <p:cNvPr id="14" name="MentorPulse Matching and workspace">
            <a:extLst xmlns:a="http://schemas.openxmlformats.org/drawingml/2006/main">
              <a:ext uri="{FF2B5EF4-FFF2-40B4-BE49-F238E27FC236}">
                <a16:creationId xmlns:a16="http://schemas.microsoft.com/office/drawing/2014/main" id="{B33EE3B8-4FE9-44D6-9492-A2E2BBABC96C}"/>
              </a:ext>
            </a:extLst>
          </p:cNvPr>
          <p:cNvSpPr>
            <a:spLocks xmlns:a="http://schemas.openxmlformats.org/drawingml/2006/main" noGrp="1"/>
          </p:cNvSpPr>
          <p:nvPr/>
        </p:nvSpPr>
        <p:spPr>
          <a:xfrm xmlns:a="http://schemas.openxmlformats.org/drawingml/2006/main">
            <a:off x="4695825" y="3238500"/>
            <a:ext cx="2790825" cy="876300"/>
          </a:xfrm>
          <a:prstGeom xmlns:a="http://schemas.openxmlformats.org/drawingml/2006/main" prst="roundRect">
            <a:avLst>
              <a:gd name="adj" fmla="val 10870"/>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MentorPulse</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Matching and workspace</a:t>
            </a:r>
          </a:p>
        </p:txBody>
      </p:sp>
      <p:sp>
        <p:nvSpPr>
          <p:cNvPr id="15" name="Mentor Experience and availability">
            <a:extLst xmlns:a="http://schemas.openxmlformats.org/drawingml/2006/main">
              <a:ext uri="{FF2B5EF4-FFF2-40B4-BE49-F238E27FC236}">
                <a16:creationId xmlns:a16="http://schemas.microsoft.com/office/drawing/2014/main" id="{625D823B-802A-480D-B22F-8962EE8848E3}"/>
              </a:ext>
            </a:extLst>
          </p:cNvPr>
          <p:cNvSpPr>
            <a:spLocks xmlns:a="http://schemas.openxmlformats.org/drawingml/2006/main" noGrp="1"/>
          </p:cNvSpPr>
          <p:nvPr/>
        </p:nvSpPr>
        <p:spPr>
          <a:xfrm xmlns:a="http://schemas.openxmlformats.org/drawingml/2006/main">
            <a:off x="8562975" y="3238500"/>
            <a:ext cx="2790825" cy="876300"/>
          </a:xfrm>
          <a:prstGeom xmlns:a="http://schemas.openxmlformats.org/drawingml/2006/main" prst="roundRect">
            <a:avLst>
              <a:gd name="adj" fmla="val 10870"/>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Mentor</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Experience and availability</a:t>
            </a:r>
          </a:p>
        </p:txBody>
      </p:sp>
      <p:sp>
        <p:nvSpPr>
          <p:cNvPr id="18" name="Profile">
            <a:extLst xmlns:a="http://schemas.openxmlformats.org/drawingml/2006/main">
              <a:ext uri="{FF2B5EF4-FFF2-40B4-BE49-F238E27FC236}">
                <a16:creationId xmlns:a16="http://schemas.microsoft.com/office/drawing/2014/main" id="{B88FCFA4-80EE-446D-ADBE-96270033D6D1}"/>
              </a:ext>
            </a:extLst>
          </p:cNvPr>
          <p:cNvSpPr>
            <a:spLocks xmlns:a="http://schemas.openxmlformats.org/drawingml/2006/main" noGrp="1"/>
          </p:cNvSpPr>
          <p:nvPr/>
        </p:nvSpPr>
        <p:spPr>
          <a:xfrm xmlns:a="http://schemas.openxmlformats.org/drawingml/2006/main">
            <a:off x="838200" y="4676775"/>
            <a:ext cx="1752600" cy="590550"/>
          </a:xfrm>
          <a:prstGeom xmlns:a="http://schemas.openxmlformats.org/drawingml/2006/main" prst="roundRect">
            <a:avLst>
              <a:gd name="adj" fmla="val 16129"/>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Profile</a:t>
            </a:r>
          </a:p>
        </p:txBody>
      </p:sp>
      <p:sp>
        <p:nvSpPr>
          <p:cNvPr id="19" name="Discover">
            <a:extLst xmlns:a="http://schemas.openxmlformats.org/drawingml/2006/main">
              <a:ext uri="{FF2B5EF4-FFF2-40B4-BE49-F238E27FC236}">
                <a16:creationId xmlns:a16="http://schemas.microsoft.com/office/drawing/2014/main" id="{03A03F66-0E7B-417F-BFEE-808EB6B1921D}"/>
              </a:ext>
            </a:extLst>
          </p:cNvPr>
          <p:cNvSpPr>
            <a:spLocks xmlns:a="http://schemas.openxmlformats.org/drawingml/2006/main" noGrp="1"/>
          </p:cNvSpPr>
          <p:nvPr/>
        </p:nvSpPr>
        <p:spPr>
          <a:xfrm xmlns:a="http://schemas.openxmlformats.org/drawingml/2006/main">
            <a:off x="3028950" y="4676775"/>
            <a:ext cx="1752600" cy="590550"/>
          </a:xfrm>
          <a:prstGeom xmlns:a="http://schemas.openxmlformats.org/drawingml/2006/main" prst="roundRect">
            <a:avLst>
              <a:gd name="adj" fmla="val 16129"/>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Discover</a:t>
            </a:r>
          </a:p>
        </p:txBody>
      </p:sp>
      <p:sp>
        <p:nvSpPr>
          <p:cNvPr id="20" name="Request">
            <a:extLst xmlns:a="http://schemas.openxmlformats.org/drawingml/2006/main">
              <a:ext uri="{FF2B5EF4-FFF2-40B4-BE49-F238E27FC236}">
                <a16:creationId xmlns:a16="http://schemas.microsoft.com/office/drawing/2014/main" id="{71AAF85B-214C-4819-B341-43DCE4D531AF}"/>
              </a:ext>
            </a:extLst>
          </p:cNvPr>
          <p:cNvSpPr>
            <a:spLocks xmlns:a="http://schemas.openxmlformats.org/drawingml/2006/main" noGrp="1"/>
          </p:cNvSpPr>
          <p:nvPr/>
        </p:nvSpPr>
        <p:spPr>
          <a:xfrm xmlns:a="http://schemas.openxmlformats.org/drawingml/2006/main">
            <a:off x="5219700" y="4676775"/>
            <a:ext cx="1752600" cy="590550"/>
          </a:xfrm>
          <a:prstGeom xmlns:a="http://schemas.openxmlformats.org/drawingml/2006/main" prst="roundRect">
            <a:avLst>
              <a:gd name="adj" fmla="val 16129"/>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Request</a:t>
            </a:r>
          </a:p>
        </p:txBody>
      </p:sp>
      <p:sp>
        <p:nvSpPr>
          <p:cNvPr id="21" name="Collaborate">
            <a:extLst xmlns:a="http://schemas.openxmlformats.org/drawingml/2006/main">
              <a:ext uri="{FF2B5EF4-FFF2-40B4-BE49-F238E27FC236}">
                <a16:creationId xmlns:a16="http://schemas.microsoft.com/office/drawing/2014/main" id="{AD42FF0E-D3DD-4D17-8902-D10888471D07}"/>
              </a:ext>
            </a:extLst>
          </p:cNvPr>
          <p:cNvSpPr>
            <a:spLocks xmlns:a="http://schemas.openxmlformats.org/drawingml/2006/main" noGrp="1"/>
          </p:cNvSpPr>
          <p:nvPr/>
        </p:nvSpPr>
        <p:spPr>
          <a:xfrm xmlns:a="http://schemas.openxmlformats.org/drawingml/2006/main">
            <a:off x="7410450" y="4676775"/>
            <a:ext cx="1752600" cy="590550"/>
          </a:xfrm>
          <a:prstGeom xmlns:a="http://schemas.openxmlformats.org/drawingml/2006/main" prst="roundRect">
            <a:avLst>
              <a:gd name="adj" fmla="val 16129"/>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Collaborate</a:t>
            </a:r>
          </a:p>
        </p:txBody>
      </p:sp>
      <p:sp>
        <p:nvSpPr>
          <p:cNvPr id="22" name="Complete">
            <a:extLst xmlns:a="http://schemas.openxmlformats.org/drawingml/2006/main">
              <a:ext uri="{FF2B5EF4-FFF2-40B4-BE49-F238E27FC236}">
                <a16:creationId xmlns:a16="http://schemas.microsoft.com/office/drawing/2014/main" id="{DC212A6F-7BC0-4EF9-A027-374B1A4AFAFF}"/>
              </a:ext>
            </a:extLst>
          </p:cNvPr>
          <p:cNvSpPr>
            <a:spLocks xmlns:a="http://schemas.openxmlformats.org/drawingml/2006/main" noGrp="1"/>
          </p:cNvSpPr>
          <p:nvPr/>
        </p:nvSpPr>
        <p:spPr>
          <a:xfrm xmlns:a="http://schemas.openxmlformats.org/drawingml/2006/main">
            <a:off x="9601200" y="4676775"/>
            <a:ext cx="1752600" cy="590550"/>
          </a:xfrm>
          <a:prstGeom xmlns:a="http://schemas.openxmlformats.org/drawingml/2006/main" prst="roundRect">
            <a:avLst>
              <a:gd name="adj" fmla="val 16129"/>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Complete</a:t>
            </a:r>
          </a:p>
        </p:txBody>
      </p:sp>
      <p:sp>
        <p:nvSpPr>
          <p:cNvPr id="27" name="Set skills, goals&#10;and availability">
            <a:extLst xmlns:a="http://schemas.openxmlformats.org/drawingml/2006/main">
              <a:ext uri="{FF2B5EF4-FFF2-40B4-BE49-F238E27FC236}">
                <a16:creationId xmlns:a16="http://schemas.microsoft.com/office/drawing/2014/main" id="{474FF8EF-08F2-4153-BD0B-5ABDD9E15E29}"/>
              </a:ext>
            </a:extLst>
          </p:cNvPr>
          <p:cNvSpPr>
            <a:spLocks xmlns:a="http://schemas.openxmlformats.org/drawingml/2006/main" noGrp="1"/>
          </p:cNvSpPr>
          <p:nvPr/>
        </p:nvSpPr>
        <p:spPr>
          <a:xfrm xmlns:a="http://schemas.openxmlformats.org/drawingml/2006/main">
            <a:off x="838200" y="5448300"/>
            <a:ext cx="1752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96B7C"/>
                </a:solidFill>
                <a:latin typeface="Segoe UI"/>
                <a:ea typeface="Segoe UI"/>
                <a:cs typeface="Segoe UI"/>
              </a:defRPr>
            </a:defPPr>
          </a:lstStyle>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Set skills, goals</a:t>
            </a:r>
          </a:p>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and availability</a:t>
            </a:r>
          </a:p>
        </p:txBody>
      </p:sp>
      <p:sp>
        <p:nvSpPr>
          <p:cNvPr id="28" name="Review ranked&#10;mentor profiles">
            <a:extLst xmlns:a="http://schemas.openxmlformats.org/drawingml/2006/main">
              <a:ext uri="{FF2B5EF4-FFF2-40B4-BE49-F238E27FC236}">
                <a16:creationId xmlns:a16="http://schemas.microsoft.com/office/drawing/2014/main" id="{E5B42EA0-5E51-488E-83CD-ACBC1655C81C}"/>
              </a:ext>
            </a:extLst>
          </p:cNvPr>
          <p:cNvSpPr>
            <a:spLocks xmlns:a="http://schemas.openxmlformats.org/drawingml/2006/main" noGrp="1"/>
          </p:cNvSpPr>
          <p:nvPr/>
        </p:nvSpPr>
        <p:spPr>
          <a:xfrm xmlns:a="http://schemas.openxmlformats.org/drawingml/2006/main">
            <a:off x="3028950" y="5448300"/>
            <a:ext cx="1752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96B7C"/>
                </a:solidFill>
                <a:latin typeface="Segoe UI"/>
                <a:ea typeface="Segoe UI"/>
                <a:cs typeface="Segoe UI"/>
              </a:defRPr>
            </a:defPPr>
          </a:lstStyle>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Review ranked</a:t>
            </a:r>
          </a:p>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mentor profiles</a:t>
            </a:r>
          </a:p>
        </p:txBody>
      </p:sp>
      <p:sp>
        <p:nvSpPr>
          <p:cNvPr id="29" name="Mentor accepts&#10;or rejects">
            <a:extLst xmlns:a="http://schemas.openxmlformats.org/drawingml/2006/main">
              <a:ext uri="{FF2B5EF4-FFF2-40B4-BE49-F238E27FC236}">
                <a16:creationId xmlns:a16="http://schemas.microsoft.com/office/drawing/2014/main" id="{214F785E-048C-4ACC-B807-B803C93CA9AF}"/>
              </a:ext>
            </a:extLst>
          </p:cNvPr>
          <p:cNvSpPr>
            <a:spLocks xmlns:a="http://schemas.openxmlformats.org/drawingml/2006/main" noGrp="1"/>
          </p:cNvSpPr>
          <p:nvPr/>
        </p:nvSpPr>
        <p:spPr>
          <a:xfrm xmlns:a="http://schemas.openxmlformats.org/drawingml/2006/main">
            <a:off x="5219700" y="5448300"/>
            <a:ext cx="1752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96B7C"/>
                </a:solidFill>
                <a:latin typeface="Segoe UI"/>
                <a:ea typeface="Segoe UI"/>
                <a:cs typeface="Segoe UI"/>
              </a:defRPr>
            </a:defPPr>
          </a:lstStyle>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Mentor accepts</a:t>
            </a:r>
          </a:p>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or rejects</a:t>
            </a:r>
          </a:p>
        </p:txBody>
      </p:sp>
      <p:sp>
        <p:nvSpPr>
          <p:cNvPr id="30" name="Sessions, tasks,&#10;resources and posts">
            <a:extLst xmlns:a="http://schemas.openxmlformats.org/drawingml/2006/main">
              <a:ext uri="{FF2B5EF4-FFF2-40B4-BE49-F238E27FC236}">
                <a16:creationId xmlns:a16="http://schemas.microsoft.com/office/drawing/2014/main" id="{B88BD34C-B59D-46D4-BF42-9045BEB705F4}"/>
              </a:ext>
            </a:extLst>
          </p:cNvPr>
          <p:cNvSpPr>
            <a:spLocks xmlns:a="http://schemas.openxmlformats.org/drawingml/2006/main" noGrp="1"/>
          </p:cNvSpPr>
          <p:nvPr/>
        </p:nvSpPr>
        <p:spPr>
          <a:xfrm xmlns:a="http://schemas.openxmlformats.org/drawingml/2006/main">
            <a:off x="7410450" y="5448300"/>
            <a:ext cx="1752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96B7C"/>
                </a:solidFill>
                <a:latin typeface="Segoe UI"/>
                <a:ea typeface="Segoe UI"/>
                <a:cs typeface="Segoe UI"/>
              </a:defRPr>
            </a:defPPr>
          </a:lstStyle>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Sessions, tasks,</a:t>
            </a:r>
          </a:p>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resources and posts</a:t>
            </a:r>
          </a:p>
        </p:txBody>
      </p:sp>
      <p:sp>
        <p:nvSpPr>
          <p:cNvPr id="31" name="Feedback, badges&#10;and certificate">
            <a:extLst xmlns:a="http://schemas.openxmlformats.org/drawingml/2006/main">
              <a:ext uri="{FF2B5EF4-FFF2-40B4-BE49-F238E27FC236}">
                <a16:creationId xmlns:a16="http://schemas.microsoft.com/office/drawing/2014/main" id="{6F686FCB-4097-40A1-A1E0-747C98D1A7DA}"/>
              </a:ext>
            </a:extLst>
          </p:cNvPr>
          <p:cNvSpPr>
            <a:spLocks xmlns:a="http://schemas.openxmlformats.org/drawingml/2006/main" noGrp="1"/>
          </p:cNvSpPr>
          <p:nvPr/>
        </p:nvSpPr>
        <p:spPr>
          <a:xfrm xmlns:a="http://schemas.openxmlformats.org/drawingml/2006/main">
            <a:off x="9601200" y="5448300"/>
            <a:ext cx="1752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96B7C"/>
                </a:solidFill>
                <a:latin typeface="Segoe UI"/>
                <a:ea typeface="Segoe UI"/>
                <a:cs typeface="Segoe UI"/>
              </a:defRPr>
            </a:defPPr>
          </a:lstStyle>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Feedback, badges</a:t>
            </a:r>
          </a:p>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and certificate</a:t>
            </a:r>
          </a:p>
        </p:txBody>
      </p:sp>
    </p:spTree>
    <p:extLst>
      <p:ext uri="{BB962C8B-B14F-4D97-AF65-F5344CB8AC3E}">
        <p14:creationId xmlns:p14="http://schemas.microsoft.com/office/powerpoint/2010/main" val="6130663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02655BE6-164C-4D31-9B7E-131F6B77A16B}"/>
              </a:ext>
            </a:extLst>
          </p:cNvPr>
          <p:cNvCxnSpPr>
            <a:stCxn xmlns:a="http://schemas.openxmlformats.org/drawingml/2006/main" id="23" idx="3"/>
            <a:endCxn xmlns:a="http://schemas.openxmlformats.org/drawingml/2006/main" id="24" idx="1"/>
          </p:cNvCxnSpPr>
          <p:nvPr/>
        </p:nvCxnSpPr>
        <p:spPr>
          <a:xfrm xmlns:a="http://schemas.openxmlformats.org/drawingml/2006/main">
            <a:off x="4848225" y="5619750"/>
            <a:ext cx="1543050" cy="9525"/>
          </a:xfrm>
          <a:prstGeom xmlns:a="http://schemas.openxmlformats.org/drawingml/2006/main" prst="straightConnector1">
            <a:avLst/>
          </a:prstGeom>
          <a:ln xmlns:a="http://schemas.openxmlformats.org/drawingml/2006/main" w="22860">
            <a:solidFill>
              <a:srgbClr val="2676AD"/>
            </a:solidFill>
            <a:tailEnd type="triangle" w="sm" len="sm"/>
          </a:ln>
        </p:spPr>
      </p:cxnSp>
      <p:cxnSp>
        <p:nvCxnSpPr>
          <p:cNvPr id="22" name="">
            <a:extLst xmlns:a="http://schemas.openxmlformats.org/drawingml/2006/main">
              <a:ext uri="{FF2B5EF4-FFF2-40B4-BE49-F238E27FC236}">
                <a16:creationId xmlns:a16="http://schemas.microsoft.com/office/drawing/2014/main" id="{2627A746-AE72-489A-ACEA-EE155A453DB7}"/>
              </a:ext>
            </a:extLst>
          </p:cNvPr>
          <p:cNvCxnSpPr>
            <a:stCxn xmlns:a="http://schemas.openxmlformats.org/drawingml/2006/main" id="20" idx="3"/>
            <a:endCxn xmlns:a="http://schemas.openxmlformats.org/drawingml/2006/main" id="21" idx="1"/>
          </p:cNvCxnSpPr>
          <p:nvPr/>
        </p:nvCxnSpPr>
        <p:spPr>
          <a:xfrm xmlns:a="http://schemas.openxmlformats.org/drawingml/2006/main">
            <a:off x="4848225" y="4810125"/>
            <a:ext cx="1543050" cy="9525"/>
          </a:xfrm>
          <a:prstGeom xmlns:a="http://schemas.openxmlformats.org/drawingml/2006/main" prst="straightConnector1">
            <a:avLst/>
          </a:prstGeom>
          <a:ln xmlns:a="http://schemas.openxmlformats.org/drawingml/2006/main" w="22860">
            <a:solidFill>
              <a:srgbClr val="2676AD"/>
            </a:solidFill>
            <a:tailEnd type="triangle" w="sm" len="sm"/>
          </a:ln>
        </p:spPr>
      </p:cxnSp>
      <p:cxnSp>
        <p:nvCxnSpPr>
          <p:cNvPr id="19" name="">
            <a:extLst xmlns:a="http://schemas.openxmlformats.org/drawingml/2006/main">
              <a:ext uri="{FF2B5EF4-FFF2-40B4-BE49-F238E27FC236}">
                <a16:creationId xmlns:a16="http://schemas.microsoft.com/office/drawing/2014/main" id="{160CB624-8DB2-40A7-B5DE-09F43E95A94A}"/>
              </a:ext>
            </a:extLst>
          </p:cNvPr>
          <p:cNvCxnSpPr>
            <a:stCxn xmlns:a="http://schemas.openxmlformats.org/drawingml/2006/main" id="17" idx="3"/>
            <a:endCxn xmlns:a="http://schemas.openxmlformats.org/drawingml/2006/main" id="18" idx="1"/>
          </p:cNvCxnSpPr>
          <p:nvPr/>
        </p:nvCxnSpPr>
        <p:spPr>
          <a:xfrm xmlns:a="http://schemas.openxmlformats.org/drawingml/2006/main">
            <a:off x="4848225" y="4000500"/>
            <a:ext cx="1543050" cy="9525"/>
          </a:xfrm>
          <a:prstGeom xmlns:a="http://schemas.openxmlformats.org/drawingml/2006/main" prst="straightConnector1">
            <a:avLst/>
          </a:prstGeom>
          <a:ln xmlns:a="http://schemas.openxmlformats.org/drawingml/2006/main" w="22860">
            <a:solidFill>
              <a:srgbClr val="2676AD"/>
            </a:solidFill>
            <a:tailEnd type="triangle" w="sm" len="sm"/>
          </a:ln>
        </p:spPr>
      </p:cxnSp>
      <p:cxnSp>
        <p:nvCxnSpPr>
          <p:cNvPr id="16" name="">
            <a:extLst xmlns:a="http://schemas.openxmlformats.org/drawingml/2006/main">
              <a:ext uri="{FF2B5EF4-FFF2-40B4-BE49-F238E27FC236}">
                <a16:creationId xmlns:a16="http://schemas.microsoft.com/office/drawing/2014/main" id="{60598781-95A0-4546-B199-5219B87BA68F}"/>
              </a:ext>
            </a:extLst>
          </p:cNvPr>
          <p:cNvCxnSpPr>
            <a:stCxn xmlns:a="http://schemas.openxmlformats.org/drawingml/2006/main" id="14" idx="3"/>
            <a:endCxn xmlns:a="http://schemas.openxmlformats.org/drawingml/2006/main" id="15" idx="1"/>
          </p:cNvCxnSpPr>
          <p:nvPr/>
        </p:nvCxnSpPr>
        <p:spPr>
          <a:xfrm xmlns:a="http://schemas.openxmlformats.org/drawingml/2006/main">
            <a:off x="4848225" y="3190875"/>
            <a:ext cx="1543050" cy="9525"/>
          </a:xfrm>
          <a:prstGeom xmlns:a="http://schemas.openxmlformats.org/drawingml/2006/main" prst="straightConnector1">
            <a:avLst/>
          </a:prstGeom>
          <a:ln xmlns:a="http://schemas.openxmlformats.org/drawingml/2006/main" w="22860">
            <a:solidFill>
              <a:srgbClr val="2676AD"/>
            </a:solidFill>
            <a:tailEnd type="triangle" w="sm" len="sm"/>
          </a:ln>
        </p:spPr>
      </p:cxnSp>
      <p:sp>
        <p:nvSpPr>
          <p:cNvPr id="2" name="Title 1">
            <a:extLst xmlns:a="http://schemas.openxmlformats.org/drawingml/2006/main">
              <a:ext uri="{FF2B5EF4-FFF2-40B4-BE49-F238E27FC236}">
                <a16:creationId xmlns:a16="http://schemas.microsoft.com/office/drawing/2014/main" id="{233C3027-BE8D-4E95-A53B-F4AB14C42E05}"/>
              </a:ext>
            </a:extLst>
          </p:cNvPr>
          <p:cNvSpPr>
            <a:spLocks xmlns:a="http://schemas.openxmlformats.org/drawingml/2006/main" noGrp="1"/>
          </p:cNvSpPr>
          <p:nvPr>
            <p:ph type="title" idx="0"/>
          </p:nvPr>
        </p:nvSpPr>
        <p:spPr>
          <a:xfrm xmlns:a="http://schemas.openxmlformats.org/drawingml/2006/main">
            <a:off x="838200" y="762000"/>
            <a:ext cx="10515600" cy="666750"/>
          </a:xfrm>
        </p:spPr>
        <p:txBody>
          <a:bodyPr xmlns:a="http://schemas.openxmlformats.org/drawingml/2006/main" lIns="0" tIns="0" rIns="0" bIns="0">
            <a:noAutofit/>
          </a:bodyPr>
          <a:lstStyle xmlns:a="http://schemas.openxmlformats.org/drawingml/2006/main">
            <a:defPPr>
              <a:defRPr sz="3300">
                <a:solidFill>
                  <a:srgbClr val="000000"/>
                </a:solidFill>
                <a:latin typeface="Calibri Light"/>
                <a:ea typeface="Calibri Light"/>
                <a:cs typeface="Calibri Light"/>
              </a:defRPr>
            </a:defPPr>
          </a:lstStyle>
          <a:p xmlns:a="http://schemas.openxmlformats.org/drawingml/2006/main">
            <a:pPr>
              <a:buNone/>
              <a:defRPr sz="3300">
                <a:solidFill>
                  <a:srgbClr val="000000"/>
                </a:solidFill>
                <a:latin typeface="Calibri Light"/>
                <a:ea typeface="Calibri Light"/>
                <a:cs typeface="Calibri Light"/>
              </a:defRPr>
            </a:pPr>
            <a:r>
              <a:rPr sz="3300">
                <a:solidFill>
                  <a:srgbClr val="000000"/>
                </a:solidFill>
                <a:latin typeface="Calibri Light"/>
                <a:ea typeface="Calibri Light"/>
                <a:cs typeface="Calibri Light"/>
              </a:rPr>
              <a:t>2. Problem statement &amp; Objectives</a:t>
            </a:r>
          </a:p>
        </p:txBody>
      </p:sp>
      <p:pic>
        <p:nvPicPr>
          <p:cNvPr id="5" name="Picture 4">
            <a:extLst xmlns:a="http://schemas.openxmlformats.org/drawingml/2006/main">
              <a:ext uri="{FF2B5EF4-FFF2-40B4-BE49-F238E27FC236}">
                <a16:creationId xmlns:a16="http://schemas.microsoft.com/office/drawing/2014/main" id="{4856E095-ECC1-482E-8593-F392B5E69C63}"/>
              </a:ext>
            </a:extLst>
          </p:cNvPr>
          <p:cNvPicPr>
            <a:picLocks xmlns:a="http://schemas.openxmlformats.org/drawingml/2006/main" noChangeAspect="1"/>
          </p:cNvPicPr>
          <p:nvPr/>
        </p:nvPicPr>
        <p:blipFill>
          <a:blip xmlns:r="http://schemas.openxmlformats.org/officeDocument/2006/relationships" xmlns:a="http://schemas.openxmlformats.org/drawingml/2006/main" r:embed="R0278a66879f04fb4"/>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975F68D2-0665-4F9C-878B-9FA358A913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B2BB7143-02E9-418D-9107-F42A2583C9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02359C0-8A7A-196E-DD58-8E6569619F09}" type="slidenum">
              <a:rPr sz="1600"/>
              <a:t>3</a:t>
            </a:fld>
            <a:endParaRPr sz="1600"/>
          </a:p>
        </p:txBody>
      </p:sp>
      <p:sp>
        <p:nvSpPr>
          <p:cNvPr id="6" name="Content Placeholder 5">
            <a:extLst xmlns:a="http://schemas.openxmlformats.org/drawingml/2006/main">
              <a:ext uri="{FF2B5EF4-FFF2-40B4-BE49-F238E27FC236}">
                <a16:creationId xmlns:a16="http://schemas.microsoft.com/office/drawing/2014/main" id="{5FA89230-3313-4F7D-BC7D-A21C959BE6F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endParaRPr/>
          </a:p>
        </p:txBody>
      </p:sp>
      <p:sp>
        <p:nvSpPr>
          <p:cNvPr id="11" name="Problems and the corresponding objectives">
            <a:extLst xmlns:a="http://schemas.openxmlformats.org/drawingml/2006/main">
              <a:ext uri="{FF2B5EF4-FFF2-40B4-BE49-F238E27FC236}">
                <a16:creationId xmlns:a16="http://schemas.microsoft.com/office/drawing/2014/main" id="{437ECB84-8DBD-454A-881B-72426B629EE1}"/>
              </a:ext>
            </a:extLst>
          </p:cNvPr>
          <p:cNvSpPr>
            <a:spLocks xmlns:a="http://schemas.openxmlformats.org/drawingml/2006/main" noGrp="1"/>
          </p:cNvSpPr>
          <p:nvPr/>
        </p:nvSpPr>
        <p:spPr>
          <a:xfrm xmlns:a="http://schemas.openxmlformats.org/drawingml/2006/main">
            <a:off x="838200" y="1600200"/>
            <a:ext cx="10515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8B5D"/>
                </a:solidFill>
                <a:latin typeface="Segoe UI"/>
                <a:ea typeface="Segoe UI"/>
                <a:cs typeface="Segoe UI"/>
              </a:defRPr>
            </a:defPPr>
          </a:lstStyle>
          <a:p xmlns:a="http://schemas.openxmlformats.org/drawingml/2006/main">
            <a:pPr algn="l">
              <a:buNone/>
              <a:defRPr sz="1875" b="1">
                <a:solidFill>
                  <a:srgbClr val="138B5D"/>
                </a:solidFill>
                <a:latin typeface="Segoe UI"/>
                <a:ea typeface="Segoe UI"/>
                <a:cs typeface="Segoe UI"/>
              </a:defRPr>
            </a:pPr>
            <a:r>
              <a:rPr sz="1875" b="1">
                <a:solidFill>
                  <a:srgbClr val="138B5D"/>
                </a:solidFill>
                <a:latin typeface="Segoe UI"/>
                <a:ea typeface="Segoe UI"/>
                <a:cs typeface="Segoe UI"/>
              </a:rPr>
              <a:t>Problems and the corresponding objectives</a:t>
            </a:r>
          </a:p>
        </p:txBody>
      </p:sp>
      <p:sp>
        <p:nvSpPr>
          <p:cNvPr id="12" name="Problem">
            <a:extLst xmlns:a="http://schemas.openxmlformats.org/drawingml/2006/main">
              <a:ext uri="{FF2B5EF4-FFF2-40B4-BE49-F238E27FC236}">
                <a16:creationId xmlns:a16="http://schemas.microsoft.com/office/drawing/2014/main" id="{B11E4813-29A9-40E6-8C23-3B8256903725}"/>
              </a:ext>
            </a:extLst>
          </p:cNvPr>
          <p:cNvSpPr>
            <a:spLocks xmlns:a="http://schemas.openxmlformats.org/drawingml/2006/main" noGrp="1"/>
          </p:cNvSpPr>
          <p:nvPr/>
        </p:nvSpPr>
        <p:spPr>
          <a:xfrm xmlns:a="http://schemas.openxmlformats.org/drawingml/2006/main">
            <a:off x="838200" y="2181225"/>
            <a:ext cx="40100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13B57"/>
                </a:solidFill>
                <a:latin typeface="Segoe UI"/>
                <a:ea typeface="Segoe UI"/>
                <a:cs typeface="Segoe UI"/>
              </a:defRPr>
            </a:defPPr>
          </a:lstStyle>
          <a:p xmlns:a="http://schemas.openxmlformats.org/drawingml/2006/main">
            <a:pPr algn="l">
              <a:buNone/>
              <a:defRPr sz="2100" b="1">
                <a:solidFill>
                  <a:srgbClr val="213B57"/>
                </a:solidFill>
                <a:latin typeface="Segoe UI"/>
                <a:ea typeface="Segoe UI"/>
                <a:cs typeface="Segoe UI"/>
              </a:defRPr>
            </a:pPr>
            <a:r>
              <a:rPr sz="2100" b="1">
                <a:solidFill>
                  <a:srgbClr val="213B57"/>
                </a:solidFill>
                <a:latin typeface="Segoe UI"/>
                <a:ea typeface="Segoe UI"/>
                <a:cs typeface="Segoe UI"/>
              </a:rPr>
              <a:t>Problem</a:t>
            </a:r>
          </a:p>
        </p:txBody>
      </p:sp>
      <p:sp>
        <p:nvSpPr>
          <p:cNvPr id="13" name="Objective">
            <a:extLst xmlns:a="http://schemas.openxmlformats.org/drawingml/2006/main">
              <a:ext uri="{FF2B5EF4-FFF2-40B4-BE49-F238E27FC236}">
                <a16:creationId xmlns:a16="http://schemas.microsoft.com/office/drawing/2014/main" id="{959E665C-A396-470F-ADEC-2A9AC6396FF0}"/>
              </a:ext>
            </a:extLst>
          </p:cNvPr>
          <p:cNvSpPr>
            <a:spLocks xmlns:a="http://schemas.openxmlformats.org/drawingml/2006/main" noGrp="1"/>
          </p:cNvSpPr>
          <p:nvPr/>
        </p:nvSpPr>
        <p:spPr>
          <a:xfrm xmlns:a="http://schemas.openxmlformats.org/drawingml/2006/main">
            <a:off x="6391275" y="2181225"/>
            <a:ext cx="49625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8B5D"/>
                </a:solidFill>
                <a:latin typeface="Segoe UI"/>
                <a:ea typeface="Segoe UI"/>
                <a:cs typeface="Segoe UI"/>
              </a:defRPr>
            </a:defPPr>
          </a:lstStyle>
          <a:p xmlns:a="http://schemas.openxmlformats.org/drawingml/2006/main">
            <a:pPr algn="l">
              <a:buNone/>
              <a:defRPr sz="2100" b="1">
                <a:solidFill>
                  <a:srgbClr val="138B5D"/>
                </a:solidFill>
                <a:latin typeface="Segoe UI"/>
                <a:ea typeface="Segoe UI"/>
                <a:cs typeface="Segoe UI"/>
              </a:defRPr>
            </a:pPr>
            <a:r>
              <a:rPr sz="2100" b="1">
                <a:solidFill>
                  <a:srgbClr val="138B5D"/>
                </a:solidFill>
                <a:latin typeface="Segoe UI"/>
                <a:ea typeface="Segoe UI"/>
                <a:cs typeface="Segoe UI"/>
              </a:rPr>
              <a:t>Objective</a:t>
            </a:r>
          </a:p>
        </p:txBody>
      </p:sp>
      <p:sp>
        <p:nvSpPr>
          <p:cNvPr id="14" name="Finding a suitable mentor">
            <a:extLst xmlns:a="http://schemas.openxmlformats.org/drawingml/2006/main">
              <a:ext uri="{FF2B5EF4-FFF2-40B4-BE49-F238E27FC236}">
                <a16:creationId xmlns:a16="http://schemas.microsoft.com/office/drawing/2014/main" id="{44B8E5AF-4269-42AA-9D9B-2DDAB9D46292}"/>
              </a:ext>
            </a:extLst>
          </p:cNvPr>
          <p:cNvSpPr>
            <a:spLocks xmlns:a="http://schemas.openxmlformats.org/drawingml/2006/main" noGrp="1"/>
          </p:cNvSpPr>
          <p:nvPr/>
        </p:nvSpPr>
        <p:spPr>
          <a:xfrm xmlns:a="http://schemas.openxmlformats.org/drawingml/2006/main">
            <a:off x="838200" y="2886075"/>
            <a:ext cx="4010025" cy="609600"/>
          </a:xfrm>
          <a:prstGeom xmlns:a="http://schemas.openxmlformats.org/drawingml/2006/main" prst="roundRect">
            <a:avLst>
              <a:gd name="adj" fmla="val 15625"/>
            </a:avLst>
          </a:prstGeom>
          <a:solidFill xmlns:a="http://schemas.openxmlformats.org/drawingml/2006/main">
            <a:srgbClr val="FFFFFF"/>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75" b="1">
                <a:solidFill>
                  <a:srgbClr val="213B57"/>
                </a:solidFill>
                <a:latin typeface="Segoe UI"/>
                <a:ea typeface="Segoe UI"/>
                <a:cs typeface="Segoe UI"/>
              </a:defRPr>
            </a:defPPr>
          </a:lstStyle>
          <a:p xmlns:a="http://schemas.openxmlformats.org/drawingml/2006/main">
            <a:pPr algn="ctr">
              <a:buNone/>
              <a:defRPr sz="1875" b="1">
                <a:solidFill>
                  <a:srgbClr val="213B57"/>
                </a:solidFill>
                <a:latin typeface="Segoe UI"/>
                <a:ea typeface="Segoe UI"/>
                <a:cs typeface="Segoe UI"/>
              </a:defRPr>
            </a:pPr>
            <a:r>
              <a:rPr sz="1875" b="1">
                <a:solidFill>
                  <a:srgbClr val="213B57"/>
                </a:solidFill>
                <a:latin typeface="Segoe UI"/>
                <a:ea typeface="Segoe UI"/>
                <a:cs typeface="Segoe UI"/>
              </a:rPr>
              <a:t>Finding a suitable mentor</a:t>
            </a:r>
          </a:p>
        </p:txBody>
      </p:sp>
      <p:sp>
        <p:nvSpPr>
          <p:cNvPr id="15" name="Rank candidates by skills, availability and experience">
            <a:extLst xmlns:a="http://schemas.openxmlformats.org/drawingml/2006/main">
              <a:ext uri="{FF2B5EF4-FFF2-40B4-BE49-F238E27FC236}">
                <a16:creationId xmlns:a16="http://schemas.microsoft.com/office/drawing/2014/main" id="{F7018B64-49A1-42CA-9B87-7303130722FC}"/>
              </a:ext>
            </a:extLst>
          </p:cNvPr>
          <p:cNvSpPr>
            <a:spLocks xmlns:a="http://schemas.openxmlformats.org/drawingml/2006/main" noGrp="1"/>
          </p:cNvSpPr>
          <p:nvPr/>
        </p:nvSpPr>
        <p:spPr>
          <a:xfrm xmlns:a="http://schemas.openxmlformats.org/drawingml/2006/main">
            <a:off x="6391275" y="2857500"/>
            <a:ext cx="4962525" cy="685800"/>
          </a:xfrm>
          <a:prstGeom xmlns:a="http://schemas.openxmlformats.org/drawingml/2006/main" prst="roundRect">
            <a:avLst>
              <a:gd name="adj" fmla="val 13889"/>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Rank candidates by skills, availability</a:t>
            </a:r>
          </a:p>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and experience</a:t>
            </a:r>
          </a:p>
        </p:txBody>
      </p:sp>
      <p:sp>
        <p:nvSpPr>
          <p:cNvPr id="17" name="Keeping mentorship organised">
            <a:extLst xmlns:a="http://schemas.openxmlformats.org/drawingml/2006/main">
              <a:ext uri="{FF2B5EF4-FFF2-40B4-BE49-F238E27FC236}">
                <a16:creationId xmlns:a16="http://schemas.microsoft.com/office/drawing/2014/main" id="{126BEF9C-9580-482D-B894-974D25843D29}"/>
              </a:ext>
            </a:extLst>
          </p:cNvPr>
          <p:cNvSpPr>
            <a:spLocks xmlns:a="http://schemas.openxmlformats.org/drawingml/2006/main" noGrp="1"/>
          </p:cNvSpPr>
          <p:nvPr/>
        </p:nvSpPr>
        <p:spPr>
          <a:xfrm xmlns:a="http://schemas.openxmlformats.org/drawingml/2006/main">
            <a:off x="838200" y="3695700"/>
            <a:ext cx="4010025" cy="609600"/>
          </a:xfrm>
          <a:prstGeom xmlns:a="http://schemas.openxmlformats.org/drawingml/2006/main" prst="roundRect">
            <a:avLst>
              <a:gd name="adj" fmla="val 15625"/>
            </a:avLst>
          </a:prstGeom>
          <a:solidFill xmlns:a="http://schemas.openxmlformats.org/drawingml/2006/main">
            <a:srgbClr val="FFFFFF"/>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75" b="1">
                <a:solidFill>
                  <a:srgbClr val="213B57"/>
                </a:solidFill>
                <a:latin typeface="Segoe UI"/>
                <a:ea typeface="Segoe UI"/>
                <a:cs typeface="Segoe UI"/>
              </a:defRPr>
            </a:defPPr>
          </a:lstStyle>
          <a:p xmlns:a="http://schemas.openxmlformats.org/drawingml/2006/main">
            <a:pPr algn="ctr">
              <a:buNone/>
              <a:defRPr sz="1875" b="1">
                <a:solidFill>
                  <a:srgbClr val="213B57"/>
                </a:solidFill>
                <a:latin typeface="Segoe UI"/>
                <a:ea typeface="Segoe UI"/>
                <a:cs typeface="Segoe UI"/>
              </a:defRPr>
            </a:pPr>
            <a:r>
              <a:rPr sz="1875" b="1">
                <a:solidFill>
                  <a:srgbClr val="213B57"/>
                </a:solidFill>
                <a:latin typeface="Segoe UI"/>
                <a:ea typeface="Segoe UI"/>
                <a:cs typeface="Segoe UI"/>
              </a:rPr>
              <a:t>Keeping mentorship organised</a:t>
            </a:r>
          </a:p>
        </p:txBody>
      </p:sp>
      <p:sp>
        <p:nvSpPr>
          <p:cNvPr id="18" name="Give each pair sessions, milestones and shared learning resources">
            <a:extLst xmlns:a="http://schemas.openxmlformats.org/drawingml/2006/main">
              <a:ext uri="{FF2B5EF4-FFF2-40B4-BE49-F238E27FC236}">
                <a16:creationId xmlns:a16="http://schemas.microsoft.com/office/drawing/2014/main" id="{A08353A7-18FC-4853-A61E-EF2CED004CDA}"/>
              </a:ext>
            </a:extLst>
          </p:cNvPr>
          <p:cNvSpPr>
            <a:spLocks xmlns:a="http://schemas.openxmlformats.org/drawingml/2006/main" noGrp="1"/>
          </p:cNvSpPr>
          <p:nvPr/>
        </p:nvSpPr>
        <p:spPr>
          <a:xfrm xmlns:a="http://schemas.openxmlformats.org/drawingml/2006/main">
            <a:off x="6391275" y="3667125"/>
            <a:ext cx="4962525" cy="685800"/>
          </a:xfrm>
          <a:prstGeom xmlns:a="http://schemas.openxmlformats.org/drawingml/2006/main" prst="roundRect">
            <a:avLst>
              <a:gd name="adj" fmla="val 13889"/>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Give each pair sessions, milestones</a:t>
            </a:r>
          </a:p>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and shared learning resources</a:t>
            </a:r>
          </a:p>
        </p:txBody>
      </p:sp>
      <p:sp>
        <p:nvSpPr>
          <p:cNvPr id="20" name="Recognising participation">
            <a:extLst xmlns:a="http://schemas.openxmlformats.org/drawingml/2006/main">
              <a:ext uri="{FF2B5EF4-FFF2-40B4-BE49-F238E27FC236}">
                <a16:creationId xmlns:a16="http://schemas.microsoft.com/office/drawing/2014/main" id="{D9AAE904-3451-4061-806F-73C31193EF07}"/>
              </a:ext>
            </a:extLst>
          </p:cNvPr>
          <p:cNvSpPr>
            <a:spLocks xmlns:a="http://schemas.openxmlformats.org/drawingml/2006/main" noGrp="1"/>
          </p:cNvSpPr>
          <p:nvPr/>
        </p:nvSpPr>
        <p:spPr>
          <a:xfrm xmlns:a="http://schemas.openxmlformats.org/drawingml/2006/main">
            <a:off x="838200" y="4505325"/>
            <a:ext cx="4010025" cy="609600"/>
          </a:xfrm>
          <a:prstGeom xmlns:a="http://schemas.openxmlformats.org/drawingml/2006/main" prst="roundRect">
            <a:avLst>
              <a:gd name="adj" fmla="val 15625"/>
            </a:avLst>
          </a:prstGeom>
          <a:solidFill xmlns:a="http://schemas.openxmlformats.org/drawingml/2006/main">
            <a:srgbClr val="FFFFFF"/>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75" b="1">
                <a:solidFill>
                  <a:srgbClr val="213B57"/>
                </a:solidFill>
                <a:latin typeface="Segoe UI"/>
                <a:ea typeface="Segoe UI"/>
                <a:cs typeface="Segoe UI"/>
              </a:defRPr>
            </a:defPPr>
          </a:lstStyle>
          <a:p xmlns:a="http://schemas.openxmlformats.org/drawingml/2006/main">
            <a:pPr algn="ctr">
              <a:buNone/>
              <a:defRPr sz="1875" b="1">
                <a:solidFill>
                  <a:srgbClr val="213B57"/>
                </a:solidFill>
                <a:latin typeface="Segoe UI"/>
                <a:ea typeface="Segoe UI"/>
                <a:cs typeface="Segoe UI"/>
              </a:defRPr>
            </a:pPr>
            <a:r>
              <a:rPr sz="1875" b="1">
                <a:solidFill>
                  <a:srgbClr val="213B57"/>
                </a:solidFill>
                <a:latin typeface="Segoe UI"/>
                <a:ea typeface="Segoe UI"/>
                <a:cs typeface="Segoe UI"/>
              </a:rPr>
              <a:t>Recognising participation</a:t>
            </a:r>
          </a:p>
        </p:txBody>
      </p:sp>
      <p:sp>
        <p:nvSpPr>
          <p:cNvPr id="21" name="Record credits, reviews and achievement badges">
            <a:extLst xmlns:a="http://schemas.openxmlformats.org/drawingml/2006/main">
              <a:ext uri="{FF2B5EF4-FFF2-40B4-BE49-F238E27FC236}">
                <a16:creationId xmlns:a16="http://schemas.microsoft.com/office/drawing/2014/main" id="{B704BADA-AAAB-479F-84AB-7C9842ADA895}"/>
              </a:ext>
            </a:extLst>
          </p:cNvPr>
          <p:cNvSpPr>
            <a:spLocks xmlns:a="http://schemas.openxmlformats.org/drawingml/2006/main" noGrp="1"/>
          </p:cNvSpPr>
          <p:nvPr/>
        </p:nvSpPr>
        <p:spPr>
          <a:xfrm xmlns:a="http://schemas.openxmlformats.org/drawingml/2006/main">
            <a:off x="6391275" y="4476750"/>
            <a:ext cx="4962525" cy="685800"/>
          </a:xfrm>
          <a:prstGeom xmlns:a="http://schemas.openxmlformats.org/drawingml/2006/main" prst="roundRect">
            <a:avLst>
              <a:gd name="adj" fmla="val 13889"/>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Record credits, reviews and</a:t>
            </a:r>
          </a:p>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achievement badges</a:t>
            </a:r>
          </a:p>
        </p:txBody>
      </p:sp>
      <p:sp>
        <p:nvSpPr>
          <p:cNvPr id="23" name="Showing completion">
            <a:extLst xmlns:a="http://schemas.openxmlformats.org/drawingml/2006/main">
              <a:ext uri="{FF2B5EF4-FFF2-40B4-BE49-F238E27FC236}">
                <a16:creationId xmlns:a16="http://schemas.microsoft.com/office/drawing/2014/main" id="{A9BB3275-6F51-4E53-B303-9310B21A0CB3}"/>
              </a:ext>
            </a:extLst>
          </p:cNvPr>
          <p:cNvSpPr>
            <a:spLocks xmlns:a="http://schemas.openxmlformats.org/drawingml/2006/main" noGrp="1"/>
          </p:cNvSpPr>
          <p:nvPr/>
        </p:nvSpPr>
        <p:spPr>
          <a:xfrm xmlns:a="http://schemas.openxmlformats.org/drawingml/2006/main">
            <a:off x="838200" y="5314950"/>
            <a:ext cx="4010025" cy="609600"/>
          </a:xfrm>
          <a:prstGeom xmlns:a="http://schemas.openxmlformats.org/drawingml/2006/main" prst="roundRect">
            <a:avLst>
              <a:gd name="adj" fmla="val 15625"/>
            </a:avLst>
          </a:prstGeom>
          <a:solidFill xmlns:a="http://schemas.openxmlformats.org/drawingml/2006/main">
            <a:srgbClr val="FFFFFF"/>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75" b="1">
                <a:solidFill>
                  <a:srgbClr val="213B57"/>
                </a:solidFill>
                <a:latin typeface="Segoe UI"/>
                <a:ea typeface="Segoe UI"/>
                <a:cs typeface="Segoe UI"/>
              </a:defRPr>
            </a:defPPr>
          </a:lstStyle>
          <a:p xmlns:a="http://schemas.openxmlformats.org/drawingml/2006/main">
            <a:pPr algn="ctr">
              <a:buNone/>
              <a:defRPr sz="1875" b="1">
                <a:solidFill>
                  <a:srgbClr val="213B57"/>
                </a:solidFill>
                <a:latin typeface="Segoe UI"/>
                <a:ea typeface="Segoe UI"/>
                <a:cs typeface="Segoe UI"/>
              </a:defRPr>
            </a:pPr>
            <a:r>
              <a:rPr sz="1875" b="1">
                <a:solidFill>
                  <a:srgbClr val="213B57"/>
                </a:solidFill>
                <a:latin typeface="Segoe UI"/>
                <a:ea typeface="Segoe UI"/>
                <a:cs typeface="Segoe UI"/>
              </a:rPr>
              <a:t>Showing completion</a:t>
            </a:r>
          </a:p>
        </p:txBody>
      </p:sp>
      <p:sp>
        <p:nvSpPr>
          <p:cNvPr id="24" name="Unlock a printable certificate when mentorship is completed">
            <a:extLst xmlns:a="http://schemas.openxmlformats.org/drawingml/2006/main">
              <a:ext uri="{FF2B5EF4-FFF2-40B4-BE49-F238E27FC236}">
                <a16:creationId xmlns:a16="http://schemas.microsoft.com/office/drawing/2014/main" id="{8E4487D4-7EEA-42D7-98F5-AA9527DAAF32}"/>
              </a:ext>
            </a:extLst>
          </p:cNvPr>
          <p:cNvSpPr>
            <a:spLocks xmlns:a="http://schemas.openxmlformats.org/drawingml/2006/main" noGrp="1"/>
          </p:cNvSpPr>
          <p:nvPr/>
        </p:nvSpPr>
        <p:spPr>
          <a:xfrm xmlns:a="http://schemas.openxmlformats.org/drawingml/2006/main">
            <a:off x="6391275" y="5286375"/>
            <a:ext cx="4962525" cy="685800"/>
          </a:xfrm>
          <a:prstGeom xmlns:a="http://schemas.openxmlformats.org/drawingml/2006/main" prst="roundRect">
            <a:avLst>
              <a:gd name="adj" fmla="val 13889"/>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Unlock a printable certificate</a:t>
            </a:r>
          </a:p>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when mentorship is completed</a:t>
            </a:r>
          </a:p>
        </p:txBody>
      </p:sp>
    </p:spTree>
    <p:extLst>
      <p:ext uri="{BB962C8B-B14F-4D97-AF65-F5344CB8AC3E}">
        <p14:creationId xmlns:p14="http://schemas.microsoft.com/office/powerpoint/2010/main" val="7221040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3019EA-A446-495B-B438-97C69D05760C}"/>
              </a:ext>
            </a:extLst>
          </p:cNvPr>
          <p:cNvSpPr>
            <a:spLocks xmlns:a="http://schemas.openxmlformats.org/drawingml/2006/main" noGrp="1"/>
          </p:cNvSpPr>
          <p:nvPr>
            <p:ph type="title" idx="0"/>
          </p:nvPr>
        </p:nvSpPr>
        <p:spPr>
          <a:xfrm xmlns:a="http://schemas.openxmlformats.org/drawingml/2006/main">
            <a:off x="838200" y="762000"/>
            <a:ext cx="10515600" cy="666750"/>
          </a:xfrm>
        </p:spPr>
        <p:txBody>
          <a:bodyPr xmlns:a="http://schemas.openxmlformats.org/drawingml/2006/main" lIns="0" tIns="0" rIns="0" bIns="0">
            <a:noAutofit/>
          </a:bodyPr>
          <a:lstStyle xmlns:a="http://schemas.openxmlformats.org/drawingml/2006/main">
            <a:defPPr>
              <a:defRPr sz="3300">
                <a:solidFill>
                  <a:srgbClr val="000000"/>
                </a:solidFill>
                <a:latin typeface="Calibri Light"/>
                <a:ea typeface="Calibri Light"/>
                <a:cs typeface="Calibri Light"/>
              </a:defRPr>
            </a:defPPr>
          </a:lstStyle>
          <a:p xmlns:a="http://schemas.openxmlformats.org/drawingml/2006/main">
            <a:pPr>
              <a:buNone/>
              <a:defRPr sz="3300">
                <a:solidFill>
                  <a:srgbClr val="000000"/>
                </a:solidFill>
                <a:latin typeface="Calibri Light"/>
                <a:ea typeface="Calibri Light"/>
                <a:cs typeface="Calibri Light"/>
              </a:defRPr>
            </a:pPr>
            <a:r>
              <a:rPr sz="3300">
                <a:solidFill>
                  <a:srgbClr val="000000"/>
                </a:solidFill>
                <a:latin typeface="Calibri Light"/>
                <a:ea typeface="Calibri Light"/>
                <a:cs typeface="Calibri Light"/>
              </a:rPr>
              <a:t>3. Requirements ( Functional &amp; Non functional)</a:t>
            </a:r>
          </a:p>
        </p:txBody>
      </p:sp>
      <p:pic>
        <p:nvPicPr>
          <p:cNvPr id="5" name="Picture 4">
            <a:extLst xmlns:a="http://schemas.openxmlformats.org/drawingml/2006/main">
              <a:ext uri="{FF2B5EF4-FFF2-40B4-BE49-F238E27FC236}">
                <a16:creationId xmlns:a16="http://schemas.microsoft.com/office/drawing/2014/main" id="{A35CC193-A8AE-4A28-ABC4-1E9BDE38D901}"/>
              </a:ext>
            </a:extLst>
          </p:cNvPr>
          <p:cNvPicPr>
            <a:picLocks xmlns:a="http://schemas.openxmlformats.org/drawingml/2006/main" noChangeAspect="1"/>
          </p:cNvPicPr>
          <p:nvPr/>
        </p:nvPicPr>
        <p:blipFill>
          <a:blip xmlns:r="http://schemas.openxmlformats.org/officeDocument/2006/relationships" xmlns:a="http://schemas.openxmlformats.org/drawingml/2006/main" r:embed="R7afcda14c193464d"/>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CF5E86AB-52F2-475D-B06A-30DB234B76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721E571B-8A8C-4FE9-B12C-EFFE2E7A84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D6AB9A-5F9E-5F59-51AB-3C8734130965}" type="slidenum">
              <a:rPr sz="1600"/>
              <a:t>4</a:t>
            </a:fld>
            <a:endParaRPr sz="1600"/>
          </a:p>
        </p:txBody>
      </p:sp>
      <p:sp>
        <p:nvSpPr>
          <p:cNvPr id="11" name="Functional capabilities and operating rules">
            <a:extLst xmlns:a="http://schemas.openxmlformats.org/drawingml/2006/main">
              <a:ext uri="{FF2B5EF4-FFF2-40B4-BE49-F238E27FC236}">
                <a16:creationId xmlns:a16="http://schemas.microsoft.com/office/drawing/2014/main" id="{1277DD86-E6BF-42BA-AE5D-97159FCC87EC}"/>
              </a:ext>
            </a:extLst>
          </p:cNvPr>
          <p:cNvSpPr>
            <a:spLocks xmlns:a="http://schemas.openxmlformats.org/drawingml/2006/main" noGrp="1"/>
          </p:cNvSpPr>
          <p:nvPr/>
        </p:nvSpPr>
        <p:spPr>
          <a:xfrm xmlns:a="http://schemas.openxmlformats.org/drawingml/2006/main">
            <a:off x="838200" y="1600200"/>
            <a:ext cx="10515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8B5D"/>
                </a:solidFill>
                <a:latin typeface="Segoe UI"/>
                <a:ea typeface="Segoe UI"/>
                <a:cs typeface="Segoe UI"/>
              </a:defRPr>
            </a:defPPr>
          </a:lstStyle>
          <a:p xmlns:a="http://schemas.openxmlformats.org/drawingml/2006/main">
            <a:pPr algn="l">
              <a:defRPr sz="1875" b="1">
                <a:solidFill>
                  <a:srgbClr val="138B5D"/>
                </a:solidFill>
                <a:latin typeface="Segoe UI"/>
                <a:ea typeface="Segoe UI"/>
                <a:cs typeface="Segoe UI"/>
              </a:defRPr>
            </a:pPr>
            <a:r>
              <a:rPr sz="1875" b="1">
                <a:solidFill>
                  <a:srgbClr val="138B5D"/>
                </a:solidFill>
                <a:latin typeface="Segoe UI"/>
                <a:ea typeface="Segoe UI"/>
                <a:cs typeface="Segoe UI"/>
              </a:rPr>
              <a:t>Functional capabilities and operating rules</a:t>
            </a:r>
          </a:p>
        </p:txBody>
      </p:sp>
      <p:sp>
        <p:nvSpPr>
          <p:cNvPr id="12" name="Core capabilities">
            <a:extLst xmlns:a="http://schemas.openxmlformats.org/drawingml/2006/main">
              <a:ext uri="{FF2B5EF4-FFF2-40B4-BE49-F238E27FC236}">
                <a16:creationId xmlns:a16="http://schemas.microsoft.com/office/drawing/2014/main" id="{CE3B07B4-FF5A-432C-BEA6-CF9749F230F0}"/>
              </a:ext>
            </a:extLst>
          </p:cNvPr>
          <p:cNvSpPr>
            <a:spLocks xmlns:a="http://schemas.openxmlformats.org/drawingml/2006/main" noGrp="1"/>
          </p:cNvSpPr>
          <p:nvPr/>
        </p:nvSpPr>
        <p:spPr>
          <a:xfrm xmlns:a="http://schemas.openxmlformats.org/drawingml/2006/main">
            <a:off x="838200" y="2181225"/>
            <a:ext cx="3114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13B57"/>
                </a:solidFill>
                <a:latin typeface="Segoe UI"/>
                <a:ea typeface="Segoe UI"/>
                <a:cs typeface="Segoe UI"/>
              </a:defRPr>
            </a:defPPr>
          </a:lstStyle>
          <a:p xmlns:a="http://schemas.openxmlformats.org/drawingml/2006/main">
            <a:pPr algn="l">
              <a:defRPr sz="2025" b="1">
                <a:solidFill>
                  <a:srgbClr val="213B57"/>
                </a:solidFill>
                <a:latin typeface="Segoe UI"/>
                <a:ea typeface="Segoe UI"/>
                <a:cs typeface="Segoe UI"/>
              </a:defRPr>
            </a:pPr>
            <a:r>
              <a:rPr sz="2025" b="1">
                <a:solidFill>
                  <a:srgbClr val="213B57"/>
                </a:solidFill>
                <a:latin typeface="Segoe UI"/>
                <a:ea typeface="Segoe UI"/>
                <a:cs typeface="Segoe UI"/>
              </a:rPr>
              <a:t>Core capabilities</a:t>
            </a:r>
          </a:p>
        </p:txBody>
      </p:sp>
      <p:sp>
        <p:nvSpPr>
          <p:cNvPr id="13" name="Matching and progress">
            <a:extLst xmlns:a="http://schemas.openxmlformats.org/drawingml/2006/main">
              <a:ext uri="{FF2B5EF4-FFF2-40B4-BE49-F238E27FC236}">
                <a16:creationId xmlns:a16="http://schemas.microsoft.com/office/drawing/2014/main" id="{349A95E6-69AC-473E-B646-81377BE502E0}"/>
              </a:ext>
            </a:extLst>
          </p:cNvPr>
          <p:cNvSpPr>
            <a:spLocks xmlns:a="http://schemas.openxmlformats.org/drawingml/2006/main" noGrp="1"/>
          </p:cNvSpPr>
          <p:nvPr/>
        </p:nvSpPr>
        <p:spPr>
          <a:xfrm xmlns:a="http://schemas.openxmlformats.org/drawingml/2006/main">
            <a:off x="4495800" y="2181225"/>
            <a:ext cx="3209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13B57"/>
                </a:solidFill>
                <a:latin typeface="Segoe UI"/>
                <a:ea typeface="Segoe UI"/>
                <a:cs typeface="Segoe UI"/>
              </a:defRPr>
            </a:defPPr>
          </a:lstStyle>
          <a:p xmlns:a="http://schemas.openxmlformats.org/drawingml/2006/main">
            <a:pPr algn="l">
              <a:defRPr sz="2025" b="1">
                <a:solidFill>
                  <a:srgbClr val="213B57"/>
                </a:solidFill>
                <a:latin typeface="Segoe UI"/>
                <a:ea typeface="Segoe UI"/>
                <a:cs typeface="Segoe UI"/>
              </a:defRPr>
            </a:pPr>
            <a:r>
              <a:rPr sz="2025" b="1">
                <a:solidFill>
                  <a:srgbClr val="213B57"/>
                </a:solidFill>
                <a:latin typeface="Segoe UI"/>
                <a:ea typeface="Segoe UI"/>
                <a:cs typeface="Segoe UI"/>
              </a:rPr>
              <a:t>Matching and progress</a:t>
            </a:r>
          </a:p>
        </p:txBody>
      </p:sp>
      <p:sp>
        <p:nvSpPr>
          <p:cNvPr id="14" name="Credits and rewards">
            <a:extLst xmlns:a="http://schemas.openxmlformats.org/drawingml/2006/main">
              <a:ext uri="{FF2B5EF4-FFF2-40B4-BE49-F238E27FC236}">
                <a16:creationId xmlns:a16="http://schemas.microsoft.com/office/drawing/2014/main" id="{335FEFFF-DB22-4387-BB93-BBD51CC04CE7}"/>
              </a:ext>
            </a:extLst>
          </p:cNvPr>
          <p:cNvSpPr>
            <a:spLocks xmlns:a="http://schemas.openxmlformats.org/drawingml/2006/main" noGrp="1"/>
          </p:cNvSpPr>
          <p:nvPr/>
        </p:nvSpPr>
        <p:spPr>
          <a:xfrm xmlns:a="http://schemas.openxmlformats.org/drawingml/2006/main">
            <a:off x="8239125" y="2181225"/>
            <a:ext cx="3114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13B57"/>
                </a:solidFill>
                <a:latin typeface="Segoe UI"/>
                <a:ea typeface="Segoe UI"/>
                <a:cs typeface="Segoe UI"/>
              </a:defRPr>
            </a:defPPr>
          </a:lstStyle>
          <a:p xmlns:a="http://schemas.openxmlformats.org/drawingml/2006/main">
            <a:pPr algn="l">
              <a:defRPr sz="2025" b="1">
                <a:solidFill>
                  <a:srgbClr val="213B57"/>
                </a:solidFill>
                <a:latin typeface="Segoe UI"/>
                <a:ea typeface="Segoe UI"/>
                <a:cs typeface="Segoe UI"/>
              </a:defRPr>
            </a:pPr>
            <a:r>
              <a:rPr sz="2025" b="1">
                <a:solidFill>
                  <a:srgbClr val="213B57"/>
                </a:solidFill>
                <a:latin typeface="Segoe UI"/>
                <a:ea typeface="Segoe UI"/>
                <a:cs typeface="Segoe UI"/>
              </a:rPr>
              <a:t>Credits and rewards</a:t>
            </a:r>
          </a:p>
        </p:txBody>
      </p:sp>
      <p:sp>
        <p:nvSpPr>
          <p:cNvPr id="15" name="Identity">
            <a:extLst xmlns:a="http://schemas.openxmlformats.org/drawingml/2006/main">
              <a:ext uri="{FF2B5EF4-FFF2-40B4-BE49-F238E27FC236}">
                <a16:creationId xmlns:a16="http://schemas.microsoft.com/office/drawing/2014/main" id="{2DDD0A97-E009-4CAE-A7B8-CDD2DCD5757F}"/>
              </a:ext>
            </a:extLst>
          </p:cNvPr>
          <p:cNvSpPr>
            <a:spLocks xmlns:a="http://schemas.openxmlformats.org/drawingml/2006/main" noGrp="1"/>
          </p:cNvSpPr>
          <p:nvPr/>
        </p:nvSpPr>
        <p:spPr>
          <a:xfrm xmlns:a="http://schemas.openxmlformats.org/drawingml/2006/main">
            <a:off x="838200" y="2733675"/>
            <a:ext cx="3114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13B57"/>
                </a:solidFill>
                <a:latin typeface="Segoe UI"/>
                <a:ea typeface="Segoe UI"/>
                <a:cs typeface="Segoe UI"/>
              </a:defRPr>
            </a:defPPr>
          </a:lstStyle>
          <a:p xmlns:a="http://schemas.openxmlformats.org/drawingml/2006/main">
            <a:pPr algn="l">
              <a:defRPr sz="1725" b="1">
                <a:solidFill>
                  <a:srgbClr val="213B57"/>
                </a:solidFill>
                <a:latin typeface="Segoe UI"/>
                <a:ea typeface="Segoe UI"/>
                <a:cs typeface="Segoe UI"/>
              </a:defRPr>
            </a:pPr>
            <a:r>
              <a:rPr sz="1725" b="1">
                <a:solidFill>
                  <a:srgbClr val="213B57"/>
                </a:solidFill>
                <a:latin typeface="Segoe UI"/>
                <a:ea typeface="Segoe UI"/>
                <a:cs typeface="Segoe UI"/>
              </a:rPr>
              <a:t>Identity</a:t>
            </a:r>
          </a:p>
        </p:txBody>
      </p:sp>
      <p:sp>
        <p:nvSpPr>
          <p:cNvPr id="16" name="Mentor, Learner or both">
            <a:extLst xmlns:a="http://schemas.openxmlformats.org/drawingml/2006/main">
              <a:ext uri="{FF2B5EF4-FFF2-40B4-BE49-F238E27FC236}">
                <a16:creationId xmlns:a16="http://schemas.microsoft.com/office/drawing/2014/main" id="{DB714DF2-6219-4CA7-BBFE-180E329C8E61}"/>
              </a:ext>
            </a:extLst>
          </p:cNvPr>
          <p:cNvSpPr>
            <a:spLocks xmlns:a="http://schemas.openxmlformats.org/drawingml/2006/main" noGrp="1"/>
          </p:cNvSpPr>
          <p:nvPr/>
        </p:nvSpPr>
        <p:spPr>
          <a:xfrm xmlns:a="http://schemas.openxmlformats.org/drawingml/2006/main">
            <a:off x="838200" y="3000375"/>
            <a:ext cx="3114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B7C"/>
                </a:solidFill>
                <a:latin typeface="Segoe UI"/>
                <a:ea typeface="Segoe UI"/>
                <a:cs typeface="Segoe UI"/>
              </a:defRPr>
            </a:defPPr>
          </a:lstStyle>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Mentor, Learner or both</a:t>
            </a:r>
          </a:p>
        </p:txBody>
      </p:sp>
      <p:sp>
        <p:nvSpPr>
          <p:cNvPr id="17" name="Discovery">
            <a:extLst xmlns:a="http://schemas.openxmlformats.org/drawingml/2006/main">
              <a:ext uri="{FF2B5EF4-FFF2-40B4-BE49-F238E27FC236}">
                <a16:creationId xmlns:a16="http://schemas.microsoft.com/office/drawing/2014/main" id="{3D5B3E5F-E266-4197-93AC-B1286DC52CB5}"/>
              </a:ext>
            </a:extLst>
          </p:cNvPr>
          <p:cNvSpPr>
            <a:spLocks xmlns:a="http://schemas.openxmlformats.org/drawingml/2006/main" noGrp="1"/>
          </p:cNvSpPr>
          <p:nvPr/>
        </p:nvSpPr>
        <p:spPr>
          <a:xfrm xmlns:a="http://schemas.openxmlformats.org/drawingml/2006/main">
            <a:off x="838200" y="3238500"/>
            <a:ext cx="3114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13B57"/>
                </a:solidFill>
                <a:latin typeface="Segoe UI"/>
                <a:ea typeface="Segoe UI"/>
                <a:cs typeface="Segoe UI"/>
              </a:defRPr>
            </a:defPPr>
          </a:lstStyle>
          <a:p xmlns:a="http://schemas.openxmlformats.org/drawingml/2006/main">
            <a:pPr algn="l">
              <a:defRPr sz="1725" b="1">
                <a:solidFill>
                  <a:srgbClr val="213B57"/>
                </a:solidFill>
                <a:latin typeface="Segoe UI"/>
                <a:ea typeface="Segoe UI"/>
                <a:cs typeface="Segoe UI"/>
              </a:defRPr>
            </a:pPr>
            <a:r>
              <a:rPr sz="1725" b="1">
                <a:solidFill>
                  <a:srgbClr val="213B57"/>
                </a:solidFill>
                <a:latin typeface="Segoe UI"/>
                <a:ea typeface="Segoe UI"/>
                <a:cs typeface="Segoe UI"/>
              </a:rPr>
              <a:t>Discovery</a:t>
            </a:r>
          </a:p>
        </p:txBody>
      </p:sp>
      <p:sp>
        <p:nvSpPr>
          <p:cNvPr id="18" name="Search, filter and rank mentors">
            <a:extLst xmlns:a="http://schemas.openxmlformats.org/drawingml/2006/main">
              <a:ext uri="{FF2B5EF4-FFF2-40B4-BE49-F238E27FC236}">
                <a16:creationId xmlns:a16="http://schemas.microsoft.com/office/drawing/2014/main" id="{9DF4D5A1-20F9-4022-95C8-FA38198D930F}"/>
              </a:ext>
            </a:extLst>
          </p:cNvPr>
          <p:cNvSpPr>
            <a:spLocks xmlns:a="http://schemas.openxmlformats.org/drawingml/2006/main" noGrp="1"/>
          </p:cNvSpPr>
          <p:nvPr/>
        </p:nvSpPr>
        <p:spPr>
          <a:xfrm xmlns:a="http://schemas.openxmlformats.org/drawingml/2006/main">
            <a:off x="838200" y="3505200"/>
            <a:ext cx="3114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B7C"/>
                </a:solidFill>
                <a:latin typeface="Segoe UI"/>
                <a:ea typeface="Segoe UI"/>
                <a:cs typeface="Segoe UI"/>
              </a:defRPr>
            </a:defPPr>
          </a:lstStyle>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Search, filter and rank mentors</a:t>
            </a:r>
          </a:p>
        </p:txBody>
      </p:sp>
      <p:sp>
        <p:nvSpPr>
          <p:cNvPr id="19" name="Workspace">
            <a:extLst xmlns:a="http://schemas.openxmlformats.org/drawingml/2006/main">
              <a:ext uri="{FF2B5EF4-FFF2-40B4-BE49-F238E27FC236}">
                <a16:creationId xmlns:a16="http://schemas.microsoft.com/office/drawing/2014/main" id="{D1F0EFCB-4211-47E5-B55C-D5B3E9DDA4A0}"/>
              </a:ext>
            </a:extLst>
          </p:cNvPr>
          <p:cNvSpPr>
            <a:spLocks xmlns:a="http://schemas.openxmlformats.org/drawingml/2006/main" noGrp="1"/>
          </p:cNvSpPr>
          <p:nvPr/>
        </p:nvSpPr>
        <p:spPr>
          <a:xfrm xmlns:a="http://schemas.openxmlformats.org/drawingml/2006/main">
            <a:off x="838200" y="3743325"/>
            <a:ext cx="3114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13B57"/>
                </a:solidFill>
                <a:latin typeface="Segoe UI"/>
                <a:ea typeface="Segoe UI"/>
                <a:cs typeface="Segoe UI"/>
              </a:defRPr>
            </a:defPPr>
          </a:lstStyle>
          <a:p xmlns:a="http://schemas.openxmlformats.org/drawingml/2006/main">
            <a:pPr algn="l">
              <a:defRPr sz="1725" b="1">
                <a:solidFill>
                  <a:srgbClr val="213B57"/>
                </a:solidFill>
                <a:latin typeface="Segoe UI"/>
                <a:ea typeface="Segoe UI"/>
                <a:cs typeface="Segoe UI"/>
              </a:defRPr>
            </a:pPr>
            <a:r>
              <a:rPr sz="1725" b="1">
                <a:solidFill>
                  <a:srgbClr val="213B57"/>
                </a:solidFill>
                <a:latin typeface="Segoe UI"/>
                <a:ea typeface="Segoe UI"/>
                <a:cs typeface="Segoe UI"/>
              </a:rPr>
              <a:t>Workspace</a:t>
            </a:r>
          </a:p>
        </p:txBody>
      </p:sp>
      <p:sp>
        <p:nvSpPr>
          <p:cNvPr id="20" name="Sessions, tasks and resources">
            <a:extLst xmlns:a="http://schemas.openxmlformats.org/drawingml/2006/main">
              <a:ext uri="{FF2B5EF4-FFF2-40B4-BE49-F238E27FC236}">
                <a16:creationId xmlns:a16="http://schemas.microsoft.com/office/drawing/2014/main" id="{55A95BB0-9F61-4F7F-A38A-18A21684F3BA}"/>
              </a:ext>
            </a:extLst>
          </p:cNvPr>
          <p:cNvSpPr>
            <a:spLocks xmlns:a="http://schemas.openxmlformats.org/drawingml/2006/main" noGrp="1"/>
          </p:cNvSpPr>
          <p:nvPr/>
        </p:nvSpPr>
        <p:spPr>
          <a:xfrm xmlns:a="http://schemas.openxmlformats.org/drawingml/2006/main">
            <a:off x="838200" y="4010025"/>
            <a:ext cx="3114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B7C"/>
                </a:solidFill>
                <a:latin typeface="Segoe UI"/>
                <a:ea typeface="Segoe UI"/>
                <a:cs typeface="Segoe UI"/>
              </a:defRPr>
            </a:defPPr>
          </a:lstStyle>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Sessions, tasks and resources</a:t>
            </a:r>
          </a:p>
        </p:txBody>
      </p:sp>
      <p:sp>
        <p:nvSpPr>
          <p:cNvPr id="21" name="Engagement">
            <a:extLst xmlns:a="http://schemas.openxmlformats.org/drawingml/2006/main">
              <a:ext uri="{FF2B5EF4-FFF2-40B4-BE49-F238E27FC236}">
                <a16:creationId xmlns:a16="http://schemas.microsoft.com/office/drawing/2014/main" id="{E8A7714E-D228-4E08-9C4E-7061C9FEEE27}"/>
              </a:ext>
            </a:extLst>
          </p:cNvPr>
          <p:cNvSpPr>
            <a:spLocks xmlns:a="http://schemas.openxmlformats.org/drawingml/2006/main" noGrp="1"/>
          </p:cNvSpPr>
          <p:nvPr/>
        </p:nvSpPr>
        <p:spPr>
          <a:xfrm xmlns:a="http://schemas.openxmlformats.org/drawingml/2006/main">
            <a:off x="838200" y="4248150"/>
            <a:ext cx="3114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13B57"/>
                </a:solidFill>
                <a:latin typeface="Segoe UI"/>
                <a:ea typeface="Segoe UI"/>
                <a:cs typeface="Segoe UI"/>
              </a:defRPr>
            </a:defPPr>
          </a:lstStyle>
          <a:p xmlns:a="http://schemas.openxmlformats.org/drawingml/2006/main">
            <a:pPr algn="l">
              <a:defRPr sz="1725" b="1">
                <a:solidFill>
                  <a:srgbClr val="213B57"/>
                </a:solidFill>
                <a:latin typeface="Segoe UI"/>
                <a:ea typeface="Segoe UI"/>
                <a:cs typeface="Segoe UI"/>
              </a:defRPr>
            </a:pPr>
            <a:r>
              <a:rPr sz="1725" b="1">
                <a:solidFill>
                  <a:srgbClr val="213B57"/>
                </a:solidFill>
                <a:latin typeface="Segoe UI"/>
                <a:ea typeface="Segoe UI"/>
                <a:cs typeface="Segoe UI"/>
              </a:rPr>
              <a:t>Engagement</a:t>
            </a:r>
          </a:p>
        </p:txBody>
      </p:sp>
      <p:sp>
        <p:nvSpPr>
          <p:cNvPr id="22" name="Alerts, badges and leaderboard">
            <a:extLst xmlns:a="http://schemas.openxmlformats.org/drawingml/2006/main">
              <a:ext uri="{FF2B5EF4-FFF2-40B4-BE49-F238E27FC236}">
                <a16:creationId xmlns:a16="http://schemas.microsoft.com/office/drawing/2014/main" id="{6873BCAC-0ACF-4894-B37F-2BA91ECA9CFC}"/>
              </a:ext>
            </a:extLst>
          </p:cNvPr>
          <p:cNvSpPr>
            <a:spLocks xmlns:a="http://schemas.openxmlformats.org/drawingml/2006/main" noGrp="1"/>
          </p:cNvSpPr>
          <p:nvPr/>
        </p:nvSpPr>
        <p:spPr>
          <a:xfrm xmlns:a="http://schemas.openxmlformats.org/drawingml/2006/main">
            <a:off x="838200" y="4514850"/>
            <a:ext cx="3114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B7C"/>
                </a:solidFill>
                <a:latin typeface="Segoe UI"/>
                <a:ea typeface="Segoe UI"/>
                <a:cs typeface="Segoe UI"/>
              </a:defRPr>
            </a:defPPr>
          </a:lstStyle>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Alerts, badges and leaderboard</a:t>
            </a:r>
          </a:p>
        </p:txBody>
      </p:sp>
      <p:sp>
        <p:nvSpPr>
          <p:cNvPr id="23" name="Completion">
            <a:extLst xmlns:a="http://schemas.openxmlformats.org/drawingml/2006/main">
              <a:ext uri="{FF2B5EF4-FFF2-40B4-BE49-F238E27FC236}">
                <a16:creationId xmlns:a16="http://schemas.microsoft.com/office/drawing/2014/main" id="{D04D61E3-3BBE-477D-9327-14D4D9502B79}"/>
              </a:ext>
            </a:extLst>
          </p:cNvPr>
          <p:cNvSpPr>
            <a:spLocks xmlns:a="http://schemas.openxmlformats.org/drawingml/2006/main" noGrp="1"/>
          </p:cNvSpPr>
          <p:nvPr/>
        </p:nvSpPr>
        <p:spPr>
          <a:xfrm xmlns:a="http://schemas.openxmlformats.org/drawingml/2006/main">
            <a:off x="838200" y="4752975"/>
            <a:ext cx="3114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13B57"/>
                </a:solidFill>
                <a:latin typeface="Segoe UI"/>
                <a:ea typeface="Segoe UI"/>
                <a:cs typeface="Segoe UI"/>
              </a:defRPr>
            </a:defPPr>
          </a:lstStyle>
          <a:p xmlns:a="http://schemas.openxmlformats.org/drawingml/2006/main">
            <a:pPr algn="l">
              <a:defRPr sz="1725" b="1">
                <a:solidFill>
                  <a:srgbClr val="213B57"/>
                </a:solidFill>
                <a:latin typeface="Segoe UI"/>
                <a:ea typeface="Segoe UI"/>
                <a:cs typeface="Segoe UI"/>
              </a:defRPr>
            </a:pPr>
            <a:r>
              <a:rPr sz="1725" b="1">
                <a:solidFill>
                  <a:srgbClr val="213B57"/>
                </a:solidFill>
                <a:latin typeface="Segoe UI"/>
                <a:ea typeface="Segoe UI"/>
                <a:cs typeface="Segoe UI"/>
              </a:rPr>
              <a:t>Completion</a:t>
            </a:r>
          </a:p>
        </p:txBody>
      </p:sp>
      <p:sp>
        <p:nvSpPr>
          <p:cNvPr id="24" name="Feedback and a certificate">
            <a:extLst xmlns:a="http://schemas.openxmlformats.org/drawingml/2006/main">
              <a:ext uri="{FF2B5EF4-FFF2-40B4-BE49-F238E27FC236}">
                <a16:creationId xmlns:a16="http://schemas.microsoft.com/office/drawing/2014/main" id="{36F6140D-B114-4743-96DB-F5040E9A6B59}"/>
              </a:ext>
            </a:extLst>
          </p:cNvPr>
          <p:cNvSpPr>
            <a:spLocks xmlns:a="http://schemas.openxmlformats.org/drawingml/2006/main" noGrp="1"/>
          </p:cNvSpPr>
          <p:nvPr/>
        </p:nvSpPr>
        <p:spPr>
          <a:xfrm xmlns:a="http://schemas.openxmlformats.org/drawingml/2006/main">
            <a:off x="838200" y="5019675"/>
            <a:ext cx="3114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B7C"/>
                </a:solidFill>
                <a:latin typeface="Segoe UI"/>
                <a:ea typeface="Segoe UI"/>
                <a:cs typeface="Segoe UI"/>
              </a:defRPr>
            </a:defPPr>
          </a:lstStyle>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Feedback and a certificate</a:t>
            </a:r>
          </a:p>
        </p:txBody>
      </p:sp>
      <p:sp>
        <p:nvSpPr>
          <p:cNvPr id="25" name="50%">
            <a:extLst xmlns:a="http://schemas.openxmlformats.org/drawingml/2006/main">
              <a:ext uri="{FF2B5EF4-FFF2-40B4-BE49-F238E27FC236}">
                <a16:creationId xmlns:a16="http://schemas.microsoft.com/office/drawing/2014/main" id="{0D7956B3-562A-4655-8F0C-DDC29AD9C52B}"/>
              </a:ext>
            </a:extLst>
          </p:cNvPr>
          <p:cNvSpPr>
            <a:spLocks xmlns:a="http://schemas.openxmlformats.org/drawingml/2006/main" noGrp="1"/>
          </p:cNvSpPr>
          <p:nvPr/>
        </p:nvSpPr>
        <p:spPr>
          <a:xfrm xmlns:a="http://schemas.openxmlformats.org/drawingml/2006/main">
            <a:off x="4495800" y="2714625"/>
            <a:ext cx="1019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8B5D"/>
                </a:solidFill>
                <a:latin typeface="Segoe UI"/>
                <a:ea typeface="Segoe UI"/>
                <a:cs typeface="Segoe UI"/>
              </a:defRPr>
            </a:defPPr>
          </a:lstStyle>
          <a:p xmlns:a="http://schemas.openxmlformats.org/drawingml/2006/main">
            <a:pPr algn="l">
              <a:defRPr sz="2400" b="1">
                <a:solidFill>
                  <a:srgbClr val="138B5D"/>
                </a:solidFill>
                <a:latin typeface="Segoe UI"/>
                <a:ea typeface="Segoe UI"/>
                <a:cs typeface="Segoe UI"/>
              </a:defRPr>
            </a:pPr>
            <a:r>
              <a:rPr sz="2400" b="1">
                <a:solidFill>
                  <a:srgbClr val="138B5D"/>
                </a:solidFill>
                <a:latin typeface="Segoe UI"/>
                <a:ea typeface="Segoe UI"/>
                <a:cs typeface="Segoe UI"/>
              </a:rPr>
              <a:t>50%</a:t>
            </a:r>
          </a:p>
        </p:txBody>
      </p:sp>
      <p:sp>
        <p:nvSpPr>
          <p:cNvPr id="26" name="Skill overlap">
            <a:extLst xmlns:a="http://schemas.openxmlformats.org/drawingml/2006/main">
              <a:ext uri="{FF2B5EF4-FFF2-40B4-BE49-F238E27FC236}">
                <a16:creationId xmlns:a16="http://schemas.microsoft.com/office/drawing/2014/main" id="{41FABE06-D901-445B-B567-684154504A21}"/>
              </a:ext>
            </a:extLst>
          </p:cNvPr>
          <p:cNvSpPr>
            <a:spLocks xmlns:a="http://schemas.openxmlformats.org/drawingml/2006/main" noGrp="1"/>
          </p:cNvSpPr>
          <p:nvPr/>
        </p:nvSpPr>
        <p:spPr>
          <a:xfrm xmlns:a="http://schemas.openxmlformats.org/drawingml/2006/main">
            <a:off x="5638800" y="2800350"/>
            <a:ext cx="2066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13B57"/>
                </a:solidFill>
                <a:latin typeface="Segoe UI"/>
                <a:ea typeface="Segoe UI"/>
                <a:cs typeface="Segoe UI"/>
              </a:defRPr>
            </a:defPPr>
          </a:lstStyle>
          <a:p xmlns:a="http://schemas.openxmlformats.org/drawingml/2006/main">
            <a:pPr algn="l">
              <a:defRPr sz="1725" b="0">
                <a:solidFill>
                  <a:srgbClr val="213B57"/>
                </a:solidFill>
                <a:latin typeface="Segoe UI"/>
                <a:ea typeface="Segoe UI"/>
                <a:cs typeface="Segoe UI"/>
              </a:defRPr>
            </a:pPr>
            <a:r>
              <a:rPr sz="1725" b="0">
                <a:solidFill>
                  <a:srgbClr val="213B57"/>
                </a:solidFill>
                <a:latin typeface="Segoe UI"/>
                <a:ea typeface="Segoe UI"/>
                <a:cs typeface="Segoe UI"/>
              </a:rPr>
              <a:t>Skill overlap</a:t>
            </a:r>
          </a:p>
        </p:txBody>
      </p:sp>
      <p:sp>
        <p:nvSpPr>
          <p:cNvPr id="27" name="30%">
            <a:extLst xmlns:a="http://schemas.openxmlformats.org/drawingml/2006/main">
              <a:ext uri="{FF2B5EF4-FFF2-40B4-BE49-F238E27FC236}">
                <a16:creationId xmlns:a16="http://schemas.microsoft.com/office/drawing/2014/main" id="{21C97FBD-F0F5-491E-8B15-108487ED0CC6}"/>
              </a:ext>
            </a:extLst>
          </p:cNvPr>
          <p:cNvSpPr>
            <a:spLocks xmlns:a="http://schemas.openxmlformats.org/drawingml/2006/main" noGrp="1"/>
          </p:cNvSpPr>
          <p:nvPr/>
        </p:nvSpPr>
        <p:spPr>
          <a:xfrm xmlns:a="http://schemas.openxmlformats.org/drawingml/2006/main">
            <a:off x="4495800" y="3209925"/>
            <a:ext cx="1019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676AD"/>
                </a:solidFill>
                <a:latin typeface="Segoe UI"/>
                <a:ea typeface="Segoe UI"/>
                <a:cs typeface="Segoe UI"/>
              </a:defRPr>
            </a:defPPr>
          </a:lstStyle>
          <a:p xmlns:a="http://schemas.openxmlformats.org/drawingml/2006/main">
            <a:pPr algn="l">
              <a:defRPr sz="2400" b="1">
                <a:solidFill>
                  <a:srgbClr val="2676AD"/>
                </a:solidFill>
                <a:latin typeface="Segoe UI"/>
                <a:ea typeface="Segoe UI"/>
                <a:cs typeface="Segoe UI"/>
              </a:defRPr>
            </a:pPr>
            <a:r>
              <a:rPr sz="2400" b="1">
                <a:solidFill>
                  <a:srgbClr val="2676AD"/>
                </a:solidFill>
                <a:latin typeface="Segoe UI"/>
                <a:ea typeface="Segoe UI"/>
                <a:cs typeface="Segoe UI"/>
              </a:rPr>
              <a:t>30%</a:t>
            </a:r>
          </a:p>
        </p:txBody>
      </p:sp>
      <p:sp>
        <p:nvSpPr>
          <p:cNvPr id="28" name="Availability">
            <a:extLst xmlns:a="http://schemas.openxmlformats.org/drawingml/2006/main">
              <a:ext uri="{FF2B5EF4-FFF2-40B4-BE49-F238E27FC236}">
                <a16:creationId xmlns:a16="http://schemas.microsoft.com/office/drawing/2014/main" id="{057C81F2-A89A-44E9-A975-6BDB762D7EB7}"/>
              </a:ext>
            </a:extLst>
          </p:cNvPr>
          <p:cNvSpPr>
            <a:spLocks xmlns:a="http://schemas.openxmlformats.org/drawingml/2006/main" noGrp="1"/>
          </p:cNvSpPr>
          <p:nvPr/>
        </p:nvSpPr>
        <p:spPr>
          <a:xfrm xmlns:a="http://schemas.openxmlformats.org/drawingml/2006/main">
            <a:off x="5638800" y="3295650"/>
            <a:ext cx="2066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13B57"/>
                </a:solidFill>
                <a:latin typeface="Segoe UI"/>
                <a:ea typeface="Segoe UI"/>
                <a:cs typeface="Segoe UI"/>
              </a:defRPr>
            </a:defPPr>
          </a:lstStyle>
          <a:p xmlns:a="http://schemas.openxmlformats.org/drawingml/2006/main">
            <a:pPr algn="l">
              <a:defRPr sz="1725" b="0">
                <a:solidFill>
                  <a:srgbClr val="213B57"/>
                </a:solidFill>
                <a:latin typeface="Segoe UI"/>
                <a:ea typeface="Segoe UI"/>
                <a:cs typeface="Segoe UI"/>
              </a:defRPr>
            </a:pPr>
            <a:r>
              <a:rPr sz="1725" b="0">
                <a:solidFill>
                  <a:srgbClr val="213B57"/>
                </a:solidFill>
                <a:latin typeface="Segoe UI"/>
                <a:ea typeface="Segoe UI"/>
                <a:cs typeface="Segoe UI"/>
              </a:rPr>
              <a:t>Availability</a:t>
            </a:r>
          </a:p>
        </p:txBody>
      </p:sp>
      <p:sp>
        <p:nvSpPr>
          <p:cNvPr id="29" name="20%">
            <a:extLst xmlns:a="http://schemas.openxmlformats.org/drawingml/2006/main">
              <a:ext uri="{FF2B5EF4-FFF2-40B4-BE49-F238E27FC236}">
                <a16:creationId xmlns:a16="http://schemas.microsoft.com/office/drawing/2014/main" id="{98E97694-2129-4A61-A09F-7AC295899DC3}"/>
              </a:ext>
            </a:extLst>
          </p:cNvPr>
          <p:cNvSpPr>
            <a:spLocks xmlns:a="http://schemas.openxmlformats.org/drawingml/2006/main" noGrp="1"/>
          </p:cNvSpPr>
          <p:nvPr/>
        </p:nvSpPr>
        <p:spPr>
          <a:xfrm xmlns:a="http://schemas.openxmlformats.org/drawingml/2006/main">
            <a:off x="4495800" y="3705225"/>
            <a:ext cx="1019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8B5D"/>
                </a:solidFill>
                <a:latin typeface="Segoe UI"/>
                <a:ea typeface="Segoe UI"/>
                <a:cs typeface="Segoe UI"/>
              </a:defRPr>
            </a:defPPr>
          </a:lstStyle>
          <a:p xmlns:a="http://schemas.openxmlformats.org/drawingml/2006/main">
            <a:pPr algn="l">
              <a:defRPr sz="2400" b="1">
                <a:solidFill>
                  <a:srgbClr val="138B5D"/>
                </a:solidFill>
                <a:latin typeface="Segoe UI"/>
                <a:ea typeface="Segoe UI"/>
                <a:cs typeface="Segoe UI"/>
              </a:defRPr>
            </a:pPr>
            <a:r>
              <a:rPr sz="2400" b="1">
                <a:solidFill>
                  <a:srgbClr val="138B5D"/>
                </a:solidFill>
                <a:latin typeface="Segoe UI"/>
                <a:ea typeface="Segoe UI"/>
                <a:cs typeface="Segoe UI"/>
              </a:rPr>
              <a:t>20%</a:t>
            </a:r>
          </a:p>
        </p:txBody>
      </p:sp>
      <p:sp>
        <p:nvSpPr>
          <p:cNvPr id="30" name="Experience">
            <a:extLst xmlns:a="http://schemas.openxmlformats.org/drawingml/2006/main">
              <a:ext uri="{FF2B5EF4-FFF2-40B4-BE49-F238E27FC236}">
                <a16:creationId xmlns:a16="http://schemas.microsoft.com/office/drawing/2014/main" id="{0EC229B7-88DF-4414-9A6E-F3A9701F5FBC}"/>
              </a:ext>
            </a:extLst>
          </p:cNvPr>
          <p:cNvSpPr>
            <a:spLocks xmlns:a="http://schemas.openxmlformats.org/drawingml/2006/main" noGrp="1"/>
          </p:cNvSpPr>
          <p:nvPr/>
        </p:nvSpPr>
        <p:spPr>
          <a:xfrm xmlns:a="http://schemas.openxmlformats.org/drawingml/2006/main">
            <a:off x="5638800" y="3790950"/>
            <a:ext cx="2066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13B57"/>
                </a:solidFill>
                <a:latin typeface="Segoe UI"/>
                <a:ea typeface="Segoe UI"/>
                <a:cs typeface="Segoe UI"/>
              </a:defRPr>
            </a:defPPr>
          </a:lstStyle>
          <a:p xmlns:a="http://schemas.openxmlformats.org/drawingml/2006/main">
            <a:pPr algn="l">
              <a:defRPr sz="1725" b="0">
                <a:solidFill>
                  <a:srgbClr val="213B57"/>
                </a:solidFill>
                <a:latin typeface="Segoe UI"/>
                <a:ea typeface="Segoe UI"/>
                <a:cs typeface="Segoe UI"/>
              </a:defRPr>
            </a:pPr>
            <a:r>
              <a:rPr sz="1725" b="0">
                <a:solidFill>
                  <a:srgbClr val="213B57"/>
                </a:solidFill>
                <a:latin typeface="Segoe UI"/>
                <a:ea typeface="Segoe UI"/>
                <a:cs typeface="Segoe UI"/>
              </a:rPr>
              <a:t>Experience</a:t>
            </a:r>
          </a:p>
        </p:txBody>
      </p:sp>
      <p:sp>
        <p:nvSpPr>
          <p:cNvPr id="31" name="Progress calculation">
            <a:extLst xmlns:a="http://schemas.openxmlformats.org/drawingml/2006/main">
              <a:ext uri="{FF2B5EF4-FFF2-40B4-BE49-F238E27FC236}">
                <a16:creationId xmlns:a16="http://schemas.microsoft.com/office/drawing/2014/main" id="{EE4343ED-E02D-4786-B122-5D6AD895FAB6}"/>
              </a:ext>
            </a:extLst>
          </p:cNvPr>
          <p:cNvSpPr>
            <a:spLocks xmlns:a="http://schemas.openxmlformats.org/drawingml/2006/main" noGrp="1"/>
          </p:cNvSpPr>
          <p:nvPr/>
        </p:nvSpPr>
        <p:spPr>
          <a:xfrm xmlns:a="http://schemas.openxmlformats.org/drawingml/2006/main">
            <a:off x="4495800" y="4467225"/>
            <a:ext cx="32099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13B57"/>
                </a:solidFill>
                <a:latin typeface="Segoe UI"/>
                <a:ea typeface="Segoe UI"/>
                <a:cs typeface="Segoe UI"/>
              </a:defRPr>
            </a:defPPr>
          </a:lstStyle>
          <a:p xmlns:a="http://schemas.openxmlformats.org/drawingml/2006/main">
            <a:pPr algn="l">
              <a:defRPr sz="1800" b="1">
                <a:solidFill>
                  <a:srgbClr val="213B57"/>
                </a:solidFill>
                <a:latin typeface="Segoe UI"/>
                <a:ea typeface="Segoe UI"/>
                <a:cs typeface="Segoe UI"/>
              </a:defRPr>
            </a:pPr>
            <a:r>
              <a:rPr sz="1800" b="1">
                <a:solidFill>
                  <a:srgbClr val="213B57"/>
                </a:solidFill>
                <a:latin typeface="Segoe UI"/>
                <a:ea typeface="Segoe UI"/>
                <a:cs typeface="Segoe UI"/>
              </a:rPr>
              <a:t>Progress calculation</a:t>
            </a:r>
          </a:p>
        </p:txBody>
      </p:sp>
      <p:sp>
        <p:nvSpPr>
          <p:cNvPr id="32" name="70% milestones + 30% sessions">
            <a:extLst xmlns:a="http://schemas.openxmlformats.org/drawingml/2006/main">
              <a:ext uri="{FF2B5EF4-FFF2-40B4-BE49-F238E27FC236}">
                <a16:creationId xmlns:a16="http://schemas.microsoft.com/office/drawing/2014/main" id="{47B8470A-49E7-4992-96EE-3146F7EFE79B}"/>
              </a:ext>
            </a:extLst>
          </p:cNvPr>
          <p:cNvSpPr>
            <a:spLocks xmlns:a="http://schemas.openxmlformats.org/drawingml/2006/main" noGrp="1"/>
          </p:cNvSpPr>
          <p:nvPr/>
        </p:nvSpPr>
        <p:spPr>
          <a:xfrm xmlns:a="http://schemas.openxmlformats.org/drawingml/2006/main">
            <a:off x="4495800" y="4848225"/>
            <a:ext cx="32099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70% milestones + 30% sessions</a:t>
            </a:r>
          </a:p>
        </p:txBody>
      </p:sp>
      <p:graphicFrame>
        <p:nvGraphicFramePr>
          <p:cNvPr id="33" name="">
            <a:extLst xmlns:a="http://schemas.openxmlformats.org/drawingml/2006/main">
              <a:ext uri="{FF2B5EF4-FFF2-40B4-BE49-F238E27FC236}">
                <a16:creationId xmlns:a16="http://schemas.microsoft.com/office/drawing/2014/main" id="{16486078-CD99-4189-A60F-7B9AACF724C5}"/>
              </a:ext>
            </a:extLst>
          </p:cNvPr>
          <p:cNvGraphicFramePr/>
          <p:nvPr/>
        </p:nvGraphicFramePr>
        <p:xfrm>
          <a:off xmlns:a="http://schemas.openxmlformats.org/drawingml/2006/main" x="8239125" y="2695575"/>
          <a:ext xmlns:a="http://schemas.openxmlformats.org/drawingml/2006/main" cx="3114675" cy="2438400"/>
        </p:xfrm>
        <a:graphic xmlns:a="http://schemas.openxmlformats.org/drawingml/2006/main">
          <a:graphicData uri="http://schemas.openxmlformats.org/drawingml/2006/table">
            <a:tbl>
              <a:tblPr/>
              <a:tblGrid>
                <a:gridCol w="1990725"/>
                <a:gridCol w="1123950"/>
              </a:tblGrid>
              <a:tr h="487680">
                <a:tc>
                  <a:txBody>
                    <a:bodyPr lIns="76200" tIns="76200" rIns="76200" bIns="76200"/>
                    <a:lstStyle/>
                    <a:p>
                      <a:r>
                        <a:rPr sz="1575" b="1">
                          <a:solidFill>
                            <a:srgbClr val="FFFFFF"/>
                          </a:solidFill>
                          <a:latin typeface="Segoe UI"/>
                          <a:ea typeface="Segoe UI"/>
                          <a:cs typeface="Segoe UI"/>
                        </a:rPr>
                        <a:t>Event</a:t>
                      </a:r>
                    </a:p>
                  </a:txBody>
                  <a:tcPr marL="91440" marR="91440" marT="45720" marB="45720" anchor="ctr">
                    <a:solidFill>
                      <a:srgbClr val="213B57"/>
                    </a:solidFill>
                  </a:tcPr>
                </a:tc>
                <a:tc>
                  <a:txBody>
                    <a:bodyPr lIns="76200" tIns="76200" rIns="76200" bIns="76200"/>
                    <a:lstStyle/>
                    <a:p>
                      <a:r>
                        <a:rPr sz="1575" b="1">
                          <a:solidFill>
                            <a:srgbClr val="FFFFFF"/>
                          </a:solidFill>
                          <a:latin typeface="Segoe UI"/>
                          <a:ea typeface="Segoe UI"/>
                          <a:cs typeface="Segoe UI"/>
                        </a:rPr>
                        <a:t>Credits</a:t>
                      </a:r>
                    </a:p>
                  </a:txBody>
                  <a:tcPr marL="91440" marR="91440" marT="45720" marB="45720" anchor="ctr">
                    <a:solidFill>
                      <a:srgbClr val="213B57"/>
                    </a:solidFill>
                  </a:tcPr>
                </a:tc>
              </a:tr>
              <a:tr h="487680">
                <a:tc>
                  <a:txBody>
                    <a:bodyPr lIns="76200" tIns="76200" rIns="76200" bIns="76200"/>
                    <a:lstStyle/>
                    <a:p>
                      <a:r>
                        <a:rPr sz="1575" b="0">
                          <a:solidFill>
                            <a:srgbClr val="213B57"/>
                          </a:solidFill>
                          <a:latin typeface="Segoe UI"/>
                          <a:ea typeface="Segoe UI"/>
                          <a:cs typeface="Segoe UI"/>
                        </a:rPr>
                        <a:t>Registration</a:t>
                      </a:r>
                    </a:p>
                  </a:txBody>
                  <a:tcPr marL="91440" marR="91440" marT="45720" marB="45720" anchor="ctr">
                    <a:solidFill>
                      <a:srgbClr val="FFFFFF"/>
                    </a:solidFill>
                  </a:tcPr>
                </a:tc>
                <a:tc>
                  <a:txBody>
                    <a:bodyPr lIns="76200" tIns="76200" rIns="76200" bIns="76200"/>
                    <a:lstStyle/>
                    <a:p>
                      <a:r>
                        <a:rPr sz="1575" b="0">
                          <a:solidFill>
                            <a:srgbClr val="213B57"/>
                          </a:solidFill>
                          <a:latin typeface="Segoe UI"/>
                          <a:ea typeface="Segoe UI"/>
                          <a:cs typeface="Segoe UI"/>
                        </a:rPr>
                        <a:t>+50</a:t>
                      </a:r>
                    </a:p>
                  </a:txBody>
                  <a:tcPr marL="91440" marR="91440" marT="45720" marB="45720" anchor="ctr">
                    <a:solidFill>
                      <a:srgbClr val="FFFFFF"/>
                    </a:solidFill>
                  </a:tcPr>
                </a:tc>
              </a:tr>
              <a:tr h="487680">
                <a:tc>
                  <a:txBody>
                    <a:bodyPr lIns="76200" tIns="76200" rIns="76200" bIns="76200"/>
                    <a:lstStyle/>
                    <a:p>
                      <a:r>
                        <a:rPr sz="1575" b="0">
                          <a:solidFill>
                            <a:srgbClr val="213B57"/>
                          </a:solidFill>
                          <a:latin typeface="Segoe UI"/>
                          <a:ea typeface="Segoe UI"/>
                          <a:cs typeface="Segoe UI"/>
                        </a:rPr>
                        <a:t>Standard request</a:t>
                      </a:r>
                    </a:p>
                  </a:txBody>
                  <a:tcPr marL="91440" marR="91440" marT="45720" marB="45720" anchor="ctr">
                    <a:solidFill>
                      <a:srgbClr val="F2F6FA"/>
                    </a:solidFill>
                  </a:tcPr>
                </a:tc>
                <a:tc>
                  <a:txBody>
                    <a:bodyPr lIns="76200" tIns="76200" rIns="76200" bIns="76200"/>
                    <a:lstStyle/>
                    <a:p>
                      <a:r>
                        <a:rPr sz="1575" b="0">
                          <a:solidFill>
                            <a:srgbClr val="213B57"/>
                          </a:solidFill>
                          <a:latin typeface="Segoe UI"/>
                          <a:ea typeface="Segoe UI"/>
                          <a:cs typeface="Segoe UI"/>
                        </a:rPr>
                        <a:t>−10</a:t>
                      </a:r>
                    </a:p>
                  </a:txBody>
                  <a:tcPr marL="91440" marR="91440" marT="45720" marB="45720" anchor="ctr">
                    <a:solidFill>
                      <a:srgbClr val="F2F6FA"/>
                    </a:solidFill>
                  </a:tcPr>
                </a:tc>
              </a:tr>
              <a:tr h="487680">
                <a:tc>
                  <a:txBody>
                    <a:bodyPr lIns="76200" tIns="76200" rIns="76200" bIns="76200"/>
                    <a:lstStyle/>
                    <a:p>
                      <a:r>
                        <a:rPr sz="1575" b="0">
                          <a:solidFill>
                            <a:srgbClr val="213B57"/>
                          </a:solidFill>
                          <a:latin typeface="Segoe UI"/>
                          <a:ea typeface="Segoe UI"/>
                          <a:cs typeface="Segoe UI"/>
                        </a:rPr>
                        <a:t>Priority request</a:t>
                      </a:r>
                    </a:p>
                  </a:txBody>
                  <a:tcPr marL="91440" marR="91440" marT="45720" marB="45720" anchor="ctr">
                    <a:solidFill>
                      <a:srgbClr val="FFFFFF"/>
                    </a:solidFill>
                  </a:tcPr>
                </a:tc>
                <a:tc>
                  <a:txBody>
                    <a:bodyPr lIns="76200" tIns="76200" rIns="76200" bIns="76200"/>
                    <a:lstStyle/>
                    <a:p>
                      <a:r>
                        <a:rPr sz="1575" b="0">
                          <a:solidFill>
                            <a:srgbClr val="213B57"/>
                          </a:solidFill>
                          <a:latin typeface="Segoe UI"/>
                          <a:ea typeface="Segoe UI"/>
                          <a:cs typeface="Segoe UI"/>
                        </a:rPr>
                        <a:t>−15</a:t>
                      </a:r>
                    </a:p>
                  </a:txBody>
                  <a:tcPr marL="91440" marR="91440" marT="45720" marB="45720" anchor="ctr">
                    <a:solidFill>
                      <a:srgbClr val="FFFFFF"/>
                    </a:solidFill>
                  </a:tcPr>
                </a:tc>
              </a:tr>
              <a:tr h="487680">
                <a:tc>
                  <a:txBody>
                    <a:bodyPr lIns="76200" tIns="76200" rIns="76200" bIns="76200"/>
                    <a:lstStyle/>
                    <a:p>
                      <a:r>
                        <a:rPr sz="1575" b="0">
                          <a:solidFill>
                            <a:srgbClr val="213B57"/>
                          </a:solidFill>
                          <a:latin typeface="Segoe UI"/>
                          <a:ea typeface="Segoe UI"/>
                          <a:cs typeface="Segoe UI"/>
                        </a:rPr>
                        <a:t>Completed session</a:t>
                      </a:r>
                    </a:p>
                  </a:txBody>
                  <a:tcPr marL="91440" marR="91440" marT="45720" marB="45720" anchor="ctr">
                    <a:solidFill>
                      <a:srgbClr val="F2F6FA"/>
                    </a:solidFill>
                  </a:tcPr>
                </a:tc>
                <a:tc>
                  <a:txBody>
                    <a:bodyPr lIns="76200" tIns="76200" rIns="76200" bIns="76200"/>
                    <a:lstStyle/>
                    <a:p>
                      <a:r>
                        <a:rPr sz="1575" b="0">
                          <a:solidFill>
                            <a:srgbClr val="213B57"/>
                          </a:solidFill>
                          <a:latin typeface="Segoe UI"/>
                          <a:ea typeface="Segoe UI"/>
                          <a:cs typeface="Segoe UI"/>
                        </a:rPr>
                        <a:t>+10 to mentor</a:t>
                      </a:r>
                    </a:p>
                  </a:txBody>
                  <a:tcPr marL="91440" marR="91440" marT="45720" marB="45720" anchor="ctr">
                    <a:solidFill>
                      <a:srgbClr val="F2F6FA"/>
                    </a:solidFill>
                  </a:tcPr>
                </a:tc>
              </a:tr>
            </a:tbl>
          </a:graphicData>
        </a:graphic>
      </p:graphicFrame>
      <p:sp>
        <p:nvSpPr>
          <p:cNvPr id="34" name="Rejected or cancelled requests&#10;receive a refund.">
            <a:extLst xmlns:a="http://schemas.openxmlformats.org/drawingml/2006/main">
              <a:ext uri="{FF2B5EF4-FFF2-40B4-BE49-F238E27FC236}">
                <a16:creationId xmlns:a16="http://schemas.microsoft.com/office/drawing/2014/main" id="{19012F80-E530-46DE-8072-E1ABFDA9311F}"/>
              </a:ext>
            </a:extLst>
          </p:cNvPr>
          <p:cNvSpPr>
            <a:spLocks xmlns:a="http://schemas.openxmlformats.org/drawingml/2006/main" noGrp="1"/>
          </p:cNvSpPr>
          <p:nvPr/>
        </p:nvSpPr>
        <p:spPr>
          <a:xfrm xmlns:a="http://schemas.openxmlformats.org/drawingml/2006/main">
            <a:off x="8239125" y="5286375"/>
            <a:ext cx="31146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B7C"/>
                </a:solidFill>
                <a:latin typeface="Segoe UI"/>
                <a:ea typeface="Segoe UI"/>
                <a:cs typeface="Segoe UI"/>
              </a:defRPr>
            </a:defPPr>
          </a:lstStyle>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Rejected or cancelled requests</a:t>
            </a:r>
          </a:p>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receive a refund.</a:t>
            </a:r>
          </a:p>
        </p:txBody>
      </p:sp>
      <p:sp>
        <p:nvSpPr>
          <p:cNvPr id="35" name="Local SQLite and files     Participant access chec">
            <a:extLst xmlns:a="http://schemas.openxmlformats.org/drawingml/2006/main">
              <a:ext uri="{FF2B5EF4-FFF2-40B4-BE49-F238E27FC236}">
                <a16:creationId xmlns:a16="http://schemas.microsoft.com/office/drawing/2014/main" id="{A5B471A1-F6BA-44D9-A7FB-47362A2CA1FB}"/>
              </a:ext>
            </a:extLst>
          </p:cNvPr>
          <p:cNvSpPr>
            <a:spLocks xmlns:a="http://schemas.openxmlformats.org/drawingml/2006/main" noGrp="1"/>
          </p:cNvSpPr>
          <p:nvPr/>
        </p:nvSpPr>
        <p:spPr>
          <a:xfrm xmlns:a="http://schemas.openxmlformats.org/drawingml/2006/main">
            <a:off x="838200" y="5943600"/>
            <a:ext cx="1051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676AD"/>
                </a:solidFill>
                <a:latin typeface="Segoe UI"/>
                <a:ea typeface="Segoe UI"/>
                <a:cs typeface="Segoe UI"/>
              </a:defRPr>
            </a:defPPr>
          </a:lstStyle>
          <a:p xmlns:a="http://schemas.openxmlformats.org/drawingml/2006/main">
            <a:pPr algn="l">
              <a:defRPr sz="1650" b="1">
                <a:solidFill>
                  <a:srgbClr val="2676AD"/>
                </a:solidFill>
                <a:latin typeface="Segoe UI"/>
                <a:ea typeface="Segoe UI"/>
                <a:cs typeface="Segoe UI"/>
              </a:defRPr>
            </a:pPr>
            <a:r>
              <a:rPr sz="1650" b="1">
                <a:solidFill>
                  <a:srgbClr val="2676AD"/>
                </a:solidFill>
                <a:latin typeface="Segoe UI"/>
                <a:ea typeface="Segoe UI"/>
                <a:cs typeface="Segoe UI"/>
              </a:rPr>
              <a:t>Local SQLite and files     Participant access checks     Uploads up to 10 MB     53 tests passed</a:t>
            </a:r>
          </a:p>
        </p:txBody>
      </p:sp>
    </p:spTree>
    <p:extLst>
      <p:ext uri="{BB962C8B-B14F-4D97-AF65-F5344CB8AC3E}">
        <p14:creationId xmlns:p14="http://schemas.microsoft.com/office/powerpoint/2010/main" val="33473403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BBCE912A-F58B-4195-9CC9-CC1946193CA0}"/>
              </a:ext>
            </a:extLst>
          </p:cNvPr>
          <p:cNvCxnSpPr>
            <a:stCxn xmlns:a="http://schemas.openxmlformats.org/drawingml/2006/main" id="24" idx="3"/>
            <a:endCxn xmlns:a="http://schemas.openxmlformats.org/drawingml/2006/main" id="25" idx="1"/>
          </p:cNvCxnSpPr>
          <p:nvPr/>
        </p:nvCxnSpPr>
        <p:spPr>
          <a:xfrm xmlns:a="http://schemas.openxmlformats.org/drawingml/2006/main">
            <a:off x="7953375" y="5610225"/>
            <a:ext cx="1057275"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26" name="">
            <a:extLst xmlns:a="http://schemas.openxmlformats.org/drawingml/2006/main">
              <a:ext uri="{FF2B5EF4-FFF2-40B4-BE49-F238E27FC236}">
                <a16:creationId xmlns:a16="http://schemas.microsoft.com/office/drawing/2014/main" id="{5F911F6B-3B86-4857-BF49-6B51DAF157CC}"/>
              </a:ext>
            </a:extLst>
          </p:cNvPr>
          <p:cNvCxnSpPr>
            <a:stCxn xmlns:a="http://schemas.openxmlformats.org/drawingml/2006/main" id="23" idx="3"/>
            <a:endCxn xmlns:a="http://schemas.openxmlformats.org/drawingml/2006/main" id="24" idx="1"/>
          </p:cNvCxnSpPr>
          <p:nvPr/>
        </p:nvCxnSpPr>
        <p:spPr>
          <a:xfrm xmlns:a="http://schemas.openxmlformats.org/drawingml/2006/main">
            <a:off x="3609975" y="5610225"/>
            <a:ext cx="942975"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16" name="">
            <a:extLst xmlns:a="http://schemas.openxmlformats.org/drawingml/2006/main">
              <a:ext uri="{FF2B5EF4-FFF2-40B4-BE49-F238E27FC236}">
                <a16:creationId xmlns:a16="http://schemas.microsoft.com/office/drawing/2014/main" id="{DEFB1FED-4B0D-4AD2-B0AC-BB78B20CB69C}"/>
              </a:ext>
            </a:extLst>
          </p:cNvPr>
          <p:cNvCxnSpPr>
            <a:stCxn xmlns:a="http://schemas.openxmlformats.org/drawingml/2006/main" id="13" idx="3"/>
            <a:endCxn xmlns:a="http://schemas.openxmlformats.org/drawingml/2006/main" id="14" idx="1"/>
          </p:cNvCxnSpPr>
          <p:nvPr/>
        </p:nvCxnSpPr>
        <p:spPr>
          <a:xfrm xmlns:a="http://schemas.openxmlformats.org/drawingml/2006/main">
            <a:off x="7953375" y="2933700"/>
            <a:ext cx="1057275"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15" name="">
            <a:extLst xmlns:a="http://schemas.openxmlformats.org/drawingml/2006/main">
              <a:ext uri="{FF2B5EF4-FFF2-40B4-BE49-F238E27FC236}">
                <a16:creationId xmlns:a16="http://schemas.microsoft.com/office/drawing/2014/main" id="{05B956A4-121A-4C6B-B107-84B12FDD1803}"/>
              </a:ext>
            </a:extLst>
          </p:cNvPr>
          <p:cNvCxnSpPr>
            <a:stCxn xmlns:a="http://schemas.openxmlformats.org/drawingml/2006/main" id="12" idx="3"/>
            <a:endCxn xmlns:a="http://schemas.openxmlformats.org/drawingml/2006/main" id="13" idx="1"/>
          </p:cNvCxnSpPr>
          <p:nvPr/>
        </p:nvCxnSpPr>
        <p:spPr>
          <a:xfrm xmlns:a="http://schemas.openxmlformats.org/drawingml/2006/main">
            <a:off x="3609975" y="2933700"/>
            <a:ext cx="942975" cy="0"/>
          </a:xfrm>
          <a:prstGeom xmlns:a="http://schemas.openxmlformats.org/drawingml/2006/main" prst="straightConnector1">
            <a:avLst/>
          </a:prstGeom>
          <a:ln xmlns:a="http://schemas.openxmlformats.org/drawingml/2006/main" w="21908">
            <a:solidFill>
              <a:srgbClr val="2676AD"/>
            </a:solidFill>
            <a:tailEnd type="triangle" w="sm" len="sm"/>
          </a:ln>
        </p:spPr>
      </p:cxnSp>
      <p:sp>
        <p:nvSpPr>
          <p:cNvPr id="2" name="Title 1">
            <a:extLst xmlns:a="http://schemas.openxmlformats.org/drawingml/2006/main">
              <a:ext uri="{FF2B5EF4-FFF2-40B4-BE49-F238E27FC236}">
                <a16:creationId xmlns:a16="http://schemas.microsoft.com/office/drawing/2014/main" id="{EDCD81AE-411C-43FC-BC66-97204D9EDAAA}"/>
              </a:ext>
            </a:extLst>
          </p:cNvPr>
          <p:cNvSpPr>
            <a:spLocks xmlns:a="http://schemas.openxmlformats.org/drawingml/2006/main" noGrp="1"/>
          </p:cNvSpPr>
          <p:nvPr>
            <p:ph type="title" idx="0"/>
          </p:nvPr>
        </p:nvSpPr>
        <p:spPr>
          <a:xfrm xmlns:a="http://schemas.openxmlformats.org/drawingml/2006/main">
            <a:off x="838200" y="762000"/>
            <a:ext cx="10515600" cy="666750"/>
          </a:xfrm>
        </p:spPr>
        <p:txBody>
          <a:bodyPr xmlns:a="http://schemas.openxmlformats.org/drawingml/2006/main" lIns="0" tIns="0" rIns="0" bIns="0">
            <a:noAutofit/>
          </a:bodyPr>
          <a:lstStyle xmlns:a="http://schemas.openxmlformats.org/drawingml/2006/main">
            <a:defPPr>
              <a:defRPr sz="3300">
                <a:solidFill>
                  <a:srgbClr val="000000"/>
                </a:solidFill>
                <a:latin typeface="Calibri Light"/>
                <a:ea typeface="Calibri Light"/>
                <a:cs typeface="Calibri Light"/>
              </a:defRPr>
            </a:defPPr>
          </a:lstStyle>
          <a:p xmlns:a="http://schemas.openxmlformats.org/drawingml/2006/main">
            <a:pPr>
              <a:buNone/>
              <a:defRPr sz="3300">
                <a:solidFill>
                  <a:srgbClr val="000000"/>
                </a:solidFill>
                <a:latin typeface="Calibri Light"/>
                <a:ea typeface="Calibri Light"/>
                <a:cs typeface="Calibri Light"/>
              </a:defRPr>
            </a:pPr>
            <a:r>
              <a:rPr sz="3300">
                <a:solidFill>
                  <a:srgbClr val="000000"/>
                </a:solidFill>
                <a:latin typeface="Calibri Light"/>
                <a:ea typeface="Calibri Light"/>
                <a:cs typeface="Calibri Light"/>
              </a:rPr>
              <a:t>4. System architecture</a:t>
            </a:r>
          </a:p>
        </p:txBody>
      </p:sp>
      <p:pic>
        <p:nvPicPr>
          <p:cNvPr id="5" name="Picture 4">
            <a:extLst xmlns:a="http://schemas.openxmlformats.org/drawingml/2006/main">
              <a:ext uri="{FF2B5EF4-FFF2-40B4-BE49-F238E27FC236}">
                <a16:creationId xmlns:a16="http://schemas.microsoft.com/office/drawing/2014/main" id="{965B3ADD-80BF-4F2D-BE2F-2231D2461286}"/>
              </a:ext>
            </a:extLst>
          </p:cNvPr>
          <p:cNvPicPr>
            <a:picLocks xmlns:a="http://schemas.openxmlformats.org/drawingml/2006/main" noChangeAspect="1"/>
          </p:cNvPicPr>
          <p:nvPr/>
        </p:nvPicPr>
        <p:blipFill>
          <a:blip xmlns:r="http://schemas.openxmlformats.org/officeDocument/2006/relationships" xmlns:a="http://schemas.openxmlformats.org/drawingml/2006/main" r:embed="Rc4e714e6021e41a2"/>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0532754D-AE6D-4798-8DA2-0AA2D1CB29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8A965A9D-FA74-4626-80C8-F9C4DF70495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E5B3003-2C54-13C6-9832-7637201064DE}" type="slidenum">
              <a:rPr sz="1600"/>
              <a:t>5</a:t>
            </a:fld>
            <a:endParaRPr sz="1600"/>
          </a:p>
        </p:txBody>
      </p:sp>
      <p:sp>
        <p:nvSpPr>
          <p:cNvPr id="11" name="Application layers, records and event processing">
            <a:extLst xmlns:a="http://schemas.openxmlformats.org/drawingml/2006/main">
              <a:ext uri="{FF2B5EF4-FFF2-40B4-BE49-F238E27FC236}">
                <a16:creationId xmlns:a16="http://schemas.microsoft.com/office/drawing/2014/main" id="{2E457A8E-9016-4FB8-B1A5-A3AEDDB28816}"/>
              </a:ext>
            </a:extLst>
          </p:cNvPr>
          <p:cNvSpPr>
            <a:spLocks xmlns:a="http://schemas.openxmlformats.org/drawingml/2006/main" noGrp="1"/>
          </p:cNvSpPr>
          <p:nvPr/>
        </p:nvSpPr>
        <p:spPr>
          <a:xfrm xmlns:a="http://schemas.openxmlformats.org/drawingml/2006/main">
            <a:off x="838200" y="1600200"/>
            <a:ext cx="10515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8B5D"/>
                </a:solidFill>
                <a:latin typeface="Segoe UI"/>
                <a:ea typeface="Segoe UI"/>
                <a:cs typeface="Segoe UI"/>
              </a:defRPr>
            </a:defPPr>
          </a:lstStyle>
          <a:p xmlns:a="http://schemas.openxmlformats.org/drawingml/2006/main">
            <a:pPr algn="l">
              <a:defRPr sz="1875" b="1">
                <a:solidFill>
                  <a:srgbClr val="138B5D"/>
                </a:solidFill>
                <a:latin typeface="Segoe UI"/>
                <a:ea typeface="Segoe UI"/>
                <a:cs typeface="Segoe UI"/>
              </a:defRPr>
            </a:pPr>
            <a:r>
              <a:rPr sz="1875" b="1">
                <a:solidFill>
                  <a:srgbClr val="138B5D"/>
                </a:solidFill>
                <a:latin typeface="Segoe UI"/>
                <a:ea typeface="Segoe UI"/>
                <a:cs typeface="Segoe UI"/>
              </a:rPr>
              <a:t>Application layers, records and event processing</a:t>
            </a:r>
          </a:p>
        </p:txBody>
      </p:sp>
      <p:sp>
        <p:nvSpPr>
          <p:cNvPr id="12" name="Presentation Django templates Bootstrap and CSS">
            <a:extLst xmlns:a="http://schemas.openxmlformats.org/drawingml/2006/main">
              <a:ext uri="{FF2B5EF4-FFF2-40B4-BE49-F238E27FC236}">
                <a16:creationId xmlns:a16="http://schemas.microsoft.com/office/drawing/2014/main" id="{CA97F883-CF96-4CB1-B79C-6BDD92CA8C03}"/>
              </a:ext>
            </a:extLst>
          </p:cNvPr>
          <p:cNvSpPr>
            <a:spLocks xmlns:a="http://schemas.openxmlformats.org/drawingml/2006/main" noGrp="1"/>
          </p:cNvSpPr>
          <p:nvPr/>
        </p:nvSpPr>
        <p:spPr>
          <a:xfrm xmlns:a="http://schemas.openxmlformats.org/drawingml/2006/main">
            <a:off x="838200" y="2305050"/>
            <a:ext cx="2771775" cy="1257300"/>
          </a:xfrm>
          <a:prstGeom xmlns:a="http://schemas.openxmlformats.org/drawingml/2006/main" prst="roundRect">
            <a:avLst>
              <a:gd name="adj" fmla="val 7576"/>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Presentation</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Django templates</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Bootstrap and CSS</a:t>
            </a:r>
          </a:p>
        </p:txBody>
      </p:sp>
      <p:sp>
        <p:nvSpPr>
          <p:cNvPr id="13" name="Django 5.x domain apps accounts    matching mentorship    gamification notifications">
            <a:extLst xmlns:a="http://schemas.openxmlformats.org/drawingml/2006/main">
              <a:ext uri="{FF2B5EF4-FFF2-40B4-BE49-F238E27FC236}">
                <a16:creationId xmlns:a16="http://schemas.microsoft.com/office/drawing/2014/main" id="{D72929A4-C210-42F8-B39E-149535DAC5C0}"/>
              </a:ext>
            </a:extLst>
          </p:cNvPr>
          <p:cNvSpPr>
            <a:spLocks xmlns:a="http://schemas.openxmlformats.org/drawingml/2006/main" noGrp="1"/>
          </p:cNvSpPr>
          <p:nvPr/>
        </p:nvSpPr>
        <p:spPr>
          <a:xfrm xmlns:a="http://schemas.openxmlformats.org/drawingml/2006/main">
            <a:off x="4552950" y="2305050"/>
            <a:ext cx="3400425" cy="1257300"/>
          </a:xfrm>
          <a:prstGeom xmlns:a="http://schemas.openxmlformats.org/drawingml/2006/main" prst="roundRect">
            <a:avLst>
              <a:gd name="adj" fmla="val 7576"/>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Django 5.x domain apps</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accounts    matching</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mentorship    gamification</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notifications</a:t>
            </a:r>
          </a:p>
        </p:txBody>
      </p:sp>
      <p:sp>
        <p:nvSpPr>
          <p:cNvPr id="14" name="Storage SQLite and ORM Local media files">
            <a:extLst xmlns:a="http://schemas.openxmlformats.org/drawingml/2006/main">
              <a:ext uri="{FF2B5EF4-FFF2-40B4-BE49-F238E27FC236}">
                <a16:creationId xmlns:a16="http://schemas.microsoft.com/office/drawing/2014/main" id="{4797B479-7AE1-4E81-8FAA-FCCBA2C4116B}"/>
              </a:ext>
            </a:extLst>
          </p:cNvPr>
          <p:cNvSpPr>
            <a:spLocks xmlns:a="http://schemas.openxmlformats.org/drawingml/2006/main" noGrp="1"/>
          </p:cNvSpPr>
          <p:nvPr/>
        </p:nvSpPr>
        <p:spPr>
          <a:xfrm xmlns:a="http://schemas.openxmlformats.org/drawingml/2006/main">
            <a:off x="9010650" y="2305050"/>
            <a:ext cx="2343150" cy="1257300"/>
          </a:xfrm>
          <a:prstGeom xmlns:a="http://schemas.openxmlformats.org/drawingml/2006/main" prst="roundRect">
            <a:avLst>
              <a:gd name="adj" fmla="val 7576"/>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725" b="1">
                <a:solidFill>
                  <a:srgbClr val="213B57"/>
                </a:solidFill>
                <a:latin typeface="Segoe UI"/>
                <a:ea typeface="Segoe UI"/>
                <a:cs typeface="Segoe UI"/>
              </a:defRPr>
            </a:defPPr>
          </a:lstStyle>
          <a:p xmlns:a="http://schemas.openxmlformats.org/drawingml/2006/main">
            <a:pPr algn="ctr">
              <a:defRPr sz="1725" b="1">
                <a:solidFill>
                  <a:srgbClr val="213B57"/>
                </a:solidFill>
                <a:latin typeface="Segoe UI"/>
                <a:ea typeface="Segoe UI"/>
                <a:cs typeface="Segoe UI"/>
              </a:defRPr>
            </a:pPr>
            <a:r>
              <a:rPr sz="1725" b="1">
                <a:solidFill>
                  <a:srgbClr val="213B57"/>
                </a:solidFill>
                <a:latin typeface="Segoe UI"/>
                <a:ea typeface="Segoe UI"/>
                <a:cs typeface="Segoe UI"/>
              </a:rPr>
              <a:t>Storage</a:t>
            </a:r>
          </a:p>
          <a:p xmlns:a="http://schemas.openxmlformats.org/drawingml/2006/main">
            <a:pPr algn="ctr">
              <a:defRPr sz="1725" b="1">
                <a:solidFill>
                  <a:srgbClr val="213B57"/>
                </a:solidFill>
                <a:latin typeface="Segoe UI"/>
                <a:ea typeface="Segoe UI"/>
                <a:cs typeface="Segoe UI"/>
              </a:defRPr>
            </a:pPr>
            <a:r>
              <a:rPr sz="1725" b="1">
                <a:solidFill>
                  <a:srgbClr val="213B57"/>
                </a:solidFill>
                <a:latin typeface="Segoe UI"/>
                <a:ea typeface="Segoe UI"/>
                <a:cs typeface="Segoe UI"/>
              </a:rPr>
              <a:t>SQLite and ORM</a:t>
            </a:r>
          </a:p>
          <a:p xmlns:a="http://schemas.openxmlformats.org/drawingml/2006/main">
            <a:pPr algn="ctr">
              <a:defRPr sz="1725" b="1">
                <a:solidFill>
                  <a:srgbClr val="213B57"/>
                </a:solidFill>
                <a:latin typeface="Segoe UI"/>
                <a:ea typeface="Segoe UI"/>
                <a:cs typeface="Segoe UI"/>
              </a:defRPr>
            </a:pPr>
            <a:r>
              <a:rPr sz="1725" b="1">
                <a:solidFill>
                  <a:srgbClr val="213B57"/>
                </a:solidFill>
                <a:latin typeface="Segoe UI"/>
                <a:ea typeface="Segoe UI"/>
                <a:cs typeface="Segoe UI"/>
              </a:rPr>
              <a:t>Local media files</a:t>
            </a:r>
          </a:p>
        </p:txBody>
      </p:sp>
      <p:sp>
        <p:nvSpPr>
          <p:cNvPr id="17" name="Identity">
            <a:extLst xmlns:a="http://schemas.openxmlformats.org/drawingml/2006/main">
              <a:ext uri="{FF2B5EF4-FFF2-40B4-BE49-F238E27FC236}">
                <a16:creationId xmlns:a16="http://schemas.microsoft.com/office/drawing/2014/main" id="{97E60A61-EF22-421C-99F0-06CD7765BD80}"/>
              </a:ext>
            </a:extLst>
          </p:cNvPr>
          <p:cNvSpPr>
            <a:spLocks xmlns:a="http://schemas.openxmlformats.org/drawingml/2006/main" noGrp="1"/>
          </p:cNvSpPr>
          <p:nvPr/>
        </p:nvSpPr>
        <p:spPr>
          <a:xfrm xmlns:a="http://schemas.openxmlformats.org/drawingml/2006/main">
            <a:off x="838200" y="3990975"/>
            <a:ext cx="27717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13B57"/>
                </a:solidFill>
                <a:latin typeface="Segoe UI"/>
                <a:ea typeface="Segoe UI"/>
                <a:cs typeface="Segoe UI"/>
              </a:defRPr>
            </a:defPPr>
          </a:lstStyle>
          <a:p xmlns:a="http://schemas.openxmlformats.org/drawingml/2006/main">
            <a:pPr algn="l">
              <a:defRPr sz="1950" b="1">
                <a:solidFill>
                  <a:srgbClr val="213B57"/>
                </a:solidFill>
                <a:latin typeface="Segoe UI"/>
                <a:ea typeface="Segoe UI"/>
                <a:cs typeface="Segoe UI"/>
              </a:defRPr>
            </a:pPr>
            <a:r>
              <a:rPr sz="1950" b="1">
                <a:solidFill>
                  <a:srgbClr val="213B57"/>
                </a:solidFill>
                <a:latin typeface="Segoe UI"/>
                <a:ea typeface="Segoe UI"/>
                <a:cs typeface="Segoe UI"/>
              </a:rPr>
              <a:t>Identity</a:t>
            </a:r>
          </a:p>
        </p:txBody>
      </p:sp>
      <p:sp>
        <p:nvSpPr>
          <p:cNvPr id="18" name="User, Profile, Skill&#10;and RoleAssignment">
            <a:extLst xmlns:a="http://schemas.openxmlformats.org/drawingml/2006/main">
              <a:ext uri="{FF2B5EF4-FFF2-40B4-BE49-F238E27FC236}">
                <a16:creationId xmlns:a16="http://schemas.microsoft.com/office/drawing/2014/main" id="{80ECB313-53D7-4BCD-B8EC-0C418F553FF8}"/>
              </a:ext>
            </a:extLst>
          </p:cNvPr>
          <p:cNvSpPr>
            <a:spLocks xmlns:a="http://schemas.openxmlformats.org/drawingml/2006/main" noGrp="1"/>
          </p:cNvSpPr>
          <p:nvPr/>
        </p:nvSpPr>
        <p:spPr>
          <a:xfrm xmlns:a="http://schemas.openxmlformats.org/drawingml/2006/main">
            <a:off x="838200" y="4419600"/>
            <a:ext cx="27717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B7C"/>
                </a:solidFill>
                <a:latin typeface="Segoe UI"/>
                <a:ea typeface="Segoe UI"/>
                <a:cs typeface="Segoe UI"/>
              </a:defRPr>
            </a:defPPr>
          </a:lstStyle>
          <a:p xmlns:a="http://schemas.openxmlformats.org/drawingml/2006/main">
            <a:pPr algn="l">
              <a:defRPr sz="1725" b="0">
                <a:solidFill>
                  <a:srgbClr val="596B7C"/>
                </a:solidFill>
                <a:latin typeface="Segoe UI"/>
                <a:ea typeface="Segoe UI"/>
                <a:cs typeface="Segoe UI"/>
              </a:defRPr>
            </a:pPr>
            <a:r>
              <a:rPr sz="1725" b="0">
                <a:solidFill>
                  <a:srgbClr val="596B7C"/>
                </a:solidFill>
                <a:latin typeface="Segoe UI"/>
                <a:ea typeface="Segoe UI"/>
                <a:cs typeface="Segoe UI"/>
              </a:rPr>
              <a:t>User, Profile, Skill</a:t>
            </a:r>
          </a:p>
          <a:p xmlns:a="http://schemas.openxmlformats.org/drawingml/2006/main">
            <a:pPr algn="l">
              <a:defRPr sz="1725" b="0">
                <a:solidFill>
                  <a:srgbClr val="596B7C"/>
                </a:solidFill>
                <a:latin typeface="Segoe UI"/>
                <a:ea typeface="Segoe UI"/>
                <a:cs typeface="Segoe UI"/>
              </a:defRPr>
            </a:pPr>
            <a:r>
              <a:rPr sz="1725" b="0">
                <a:solidFill>
                  <a:srgbClr val="596B7C"/>
                </a:solidFill>
                <a:latin typeface="Segoe UI"/>
                <a:ea typeface="Segoe UI"/>
                <a:cs typeface="Segoe UI"/>
              </a:rPr>
              <a:t>and RoleAssignment</a:t>
            </a:r>
          </a:p>
        </p:txBody>
      </p:sp>
      <p:sp>
        <p:nvSpPr>
          <p:cNvPr id="19" name="Mentorship">
            <a:extLst xmlns:a="http://schemas.openxmlformats.org/drawingml/2006/main">
              <a:ext uri="{FF2B5EF4-FFF2-40B4-BE49-F238E27FC236}">
                <a16:creationId xmlns:a16="http://schemas.microsoft.com/office/drawing/2014/main" id="{CB0D1CF0-C351-4ECE-8806-479D3B23C8E2}"/>
              </a:ext>
            </a:extLst>
          </p:cNvPr>
          <p:cNvSpPr>
            <a:spLocks xmlns:a="http://schemas.openxmlformats.org/drawingml/2006/main" noGrp="1"/>
          </p:cNvSpPr>
          <p:nvPr/>
        </p:nvSpPr>
        <p:spPr>
          <a:xfrm xmlns:a="http://schemas.openxmlformats.org/drawingml/2006/main">
            <a:off x="4552950" y="3990975"/>
            <a:ext cx="34004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13B57"/>
                </a:solidFill>
                <a:latin typeface="Segoe UI"/>
                <a:ea typeface="Segoe UI"/>
                <a:cs typeface="Segoe UI"/>
              </a:defRPr>
            </a:defPPr>
          </a:lstStyle>
          <a:p xmlns:a="http://schemas.openxmlformats.org/drawingml/2006/main">
            <a:pPr algn="l">
              <a:defRPr sz="1950" b="1">
                <a:solidFill>
                  <a:srgbClr val="213B57"/>
                </a:solidFill>
                <a:latin typeface="Segoe UI"/>
                <a:ea typeface="Segoe UI"/>
                <a:cs typeface="Segoe UI"/>
              </a:defRPr>
            </a:pPr>
            <a:r>
              <a:rPr sz="1950" b="1">
                <a:solidFill>
                  <a:srgbClr val="213B57"/>
                </a:solidFill>
                <a:latin typeface="Segoe UI"/>
                <a:ea typeface="Segoe UI"/>
                <a:cs typeface="Segoe UI"/>
              </a:rPr>
              <a:t>Mentorship</a:t>
            </a:r>
          </a:p>
        </p:txBody>
      </p:sp>
      <p:sp>
        <p:nvSpPr>
          <p:cNvPr id="20" name="Sessions, milestones, progress,&#10;resources and disc">
            <a:extLst xmlns:a="http://schemas.openxmlformats.org/drawingml/2006/main">
              <a:ext uri="{FF2B5EF4-FFF2-40B4-BE49-F238E27FC236}">
                <a16:creationId xmlns:a16="http://schemas.microsoft.com/office/drawing/2014/main" id="{A177E6DD-F0A2-44C6-A398-3F9F594D881F}"/>
              </a:ext>
            </a:extLst>
          </p:cNvPr>
          <p:cNvSpPr>
            <a:spLocks xmlns:a="http://schemas.openxmlformats.org/drawingml/2006/main" noGrp="1"/>
          </p:cNvSpPr>
          <p:nvPr/>
        </p:nvSpPr>
        <p:spPr>
          <a:xfrm xmlns:a="http://schemas.openxmlformats.org/drawingml/2006/main">
            <a:off x="4552950" y="4419600"/>
            <a:ext cx="3400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B7C"/>
                </a:solidFill>
                <a:latin typeface="Segoe UI"/>
                <a:ea typeface="Segoe UI"/>
                <a:cs typeface="Segoe UI"/>
              </a:defRPr>
            </a:defPPr>
          </a:lstStyle>
          <a:p xmlns:a="http://schemas.openxmlformats.org/drawingml/2006/main">
            <a:pPr algn="l">
              <a:defRPr sz="1725" b="0">
                <a:solidFill>
                  <a:srgbClr val="596B7C"/>
                </a:solidFill>
                <a:latin typeface="Segoe UI"/>
                <a:ea typeface="Segoe UI"/>
                <a:cs typeface="Segoe UI"/>
              </a:defRPr>
            </a:pPr>
            <a:r>
              <a:rPr sz="1725" b="0">
                <a:solidFill>
                  <a:srgbClr val="596B7C"/>
                </a:solidFill>
                <a:latin typeface="Segoe UI"/>
                <a:ea typeface="Segoe UI"/>
                <a:cs typeface="Segoe UI"/>
              </a:rPr>
              <a:t>Sessions, milestones, progress,</a:t>
            </a:r>
          </a:p>
          <a:p xmlns:a="http://schemas.openxmlformats.org/drawingml/2006/main">
            <a:pPr algn="l">
              <a:defRPr sz="1725" b="0">
                <a:solidFill>
                  <a:srgbClr val="596B7C"/>
                </a:solidFill>
                <a:latin typeface="Segoe UI"/>
                <a:ea typeface="Segoe UI"/>
                <a:cs typeface="Segoe UI"/>
              </a:defRPr>
            </a:pPr>
            <a:r>
              <a:rPr sz="1725" b="0">
                <a:solidFill>
                  <a:srgbClr val="596B7C"/>
                </a:solidFill>
                <a:latin typeface="Segoe UI"/>
                <a:ea typeface="Segoe UI"/>
                <a:cs typeface="Segoe UI"/>
              </a:rPr>
              <a:t>resources and discussions</a:t>
            </a:r>
          </a:p>
        </p:txBody>
      </p:sp>
      <p:sp>
        <p:nvSpPr>
          <p:cNvPr id="21" name="Participation">
            <a:extLst xmlns:a="http://schemas.openxmlformats.org/drawingml/2006/main">
              <a:ext uri="{FF2B5EF4-FFF2-40B4-BE49-F238E27FC236}">
                <a16:creationId xmlns:a16="http://schemas.microsoft.com/office/drawing/2014/main" id="{185E9908-BECC-419C-9BA6-24769DAE1ABA}"/>
              </a:ext>
            </a:extLst>
          </p:cNvPr>
          <p:cNvSpPr>
            <a:spLocks xmlns:a="http://schemas.openxmlformats.org/drawingml/2006/main" noGrp="1"/>
          </p:cNvSpPr>
          <p:nvPr/>
        </p:nvSpPr>
        <p:spPr>
          <a:xfrm xmlns:a="http://schemas.openxmlformats.org/drawingml/2006/main">
            <a:off x="9010650" y="3990975"/>
            <a:ext cx="2343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13B57"/>
                </a:solidFill>
                <a:latin typeface="Segoe UI"/>
                <a:ea typeface="Segoe UI"/>
                <a:cs typeface="Segoe UI"/>
              </a:defRPr>
            </a:defPPr>
          </a:lstStyle>
          <a:p xmlns:a="http://schemas.openxmlformats.org/drawingml/2006/main">
            <a:pPr algn="l">
              <a:defRPr sz="1950" b="1">
                <a:solidFill>
                  <a:srgbClr val="213B57"/>
                </a:solidFill>
                <a:latin typeface="Segoe UI"/>
                <a:ea typeface="Segoe UI"/>
                <a:cs typeface="Segoe UI"/>
              </a:defRPr>
            </a:pPr>
            <a:r>
              <a:rPr sz="1950" b="1">
                <a:solidFill>
                  <a:srgbClr val="213B57"/>
                </a:solidFill>
                <a:latin typeface="Segoe UI"/>
                <a:ea typeface="Segoe UI"/>
                <a:cs typeface="Segoe UI"/>
              </a:rPr>
              <a:t>Participation</a:t>
            </a:r>
          </a:p>
        </p:txBody>
      </p:sp>
      <p:sp>
        <p:nvSpPr>
          <p:cNvPr id="22" name="Credits, feedback,&#10;badges and notifications">
            <a:extLst xmlns:a="http://schemas.openxmlformats.org/drawingml/2006/main">
              <a:ext uri="{FF2B5EF4-FFF2-40B4-BE49-F238E27FC236}">
                <a16:creationId xmlns:a16="http://schemas.microsoft.com/office/drawing/2014/main" id="{831329A5-C517-47ED-A9C5-4C4BF33C8BA6}"/>
              </a:ext>
            </a:extLst>
          </p:cNvPr>
          <p:cNvSpPr>
            <a:spLocks xmlns:a="http://schemas.openxmlformats.org/drawingml/2006/main" noGrp="1"/>
          </p:cNvSpPr>
          <p:nvPr/>
        </p:nvSpPr>
        <p:spPr>
          <a:xfrm xmlns:a="http://schemas.openxmlformats.org/drawingml/2006/main">
            <a:off x="9010650" y="4419600"/>
            <a:ext cx="2343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B7C"/>
                </a:solidFill>
                <a:latin typeface="Segoe UI"/>
                <a:ea typeface="Segoe UI"/>
                <a:cs typeface="Segoe UI"/>
              </a:defRPr>
            </a:defPPr>
          </a:lstStyle>
          <a:p xmlns:a="http://schemas.openxmlformats.org/drawingml/2006/main">
            <a:pPr algn="l">
              <a:defRPr sz="1725" b="0">
                <a:solidFill>
                  <a:srgbClr val="596B7C"/>
                </a:solidFill>
                <a:latin typeface="Segoe UI"/>
                <a:ea typeface="Segoe UI"/>
                <a:cs typeface="Segoe UI"/>
              </a:defRPr>
            </a:pPr>
            <a:r>
              <a:rPr sz="1725" b="0">
                <a:solidFill>
                  <a:srgbClr val="596B7C"/>
                </a:solidFill>
                <a:latin typeface="Segoe UI"/>
                <a:ea typeface="Segoe UI"/>
                <a:cs typeface="Segoe UI"/>
              </a:rPr>
              <a:t>Credits, feedback,</a:t>
            </a:r>
          </a:p>
          <a:p xmlns:a="http://schemas.openxmlformats.org/drawingml/2006/main">
            <a:pPr algn="l">
              <a:defRPr sz="1725" b="0">
                <a:solidFill>
                  <a:srgbClr val="596B7C"/>
                </a:solidFill>
                <a:latin typeface="Segoe UI"/>
                <a:ea typeface="Segoe UI"/>
                <a:cs typeface="Segoe UI"/>
              </a:defRPr>
            </a:pPr>
            <a:r>
              <a:rPr sz="1725" b="0">
                <a:solidFill>
                  <a:srgbClr val="596B7C"/>
                </a:solidFill>
                <a:latin typeface="Segoe UI"/>
                <a:ea typeface="Segoe UI"/>
                <a:cs typeface="Segoe UI"/>
              </a:rPr>
              <a:t>badges and notifications</a:t>
            </a:r>
          </a:p>
        </p:txBody>
      </p:sp>
      <p:sp>
        <p:nvSpPr>
          <p:cNvPr id="23" name="Session completed">
            <a:extLst xmlns:a="http://schemas.openxmlformats.org/drawingml/2006/main">
              <a:ext uri="{FF2B5EF4-FFF2-40B4-BE49-F238E27FC236}">
                <a16:creationId xmlns:a16="http://schemas.microsoft.com/office/drawing/2014/main" id="{00C1CB1D-B8C3-4E69-A51A-54A48AA62E5F}"/>
              </a:ext>
            </a:extLst>
          </p:cNvPr>
          <p:cNvSpPr>
            <a:spLocks xmlns:a="http://schemas.openxmlformats.org/drawingml/2006/main" noGrp="1"/>
          </p:cNvSpPr>
          <p:nvPr/>
        </p:nvSpPr>
        <p:spPr>
          <a:xfrm xmlns:a="http://schemas.openxmlformats.org/drawingml/2006/main">
            <a:off x="838200" y="5324475"/>
            <a:ext cx="2771775" cy="571500"/>
          </a:xfrm>
          <a:prstGeom xmlns:a="http://schemas.openxmlformats.org/drawingml/2006/main" prst="roundRect">
            <a:avLst>
              <a:gd name="adj" fmla="val 16667"/>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725" b="1">
                <a:solidFill>
                  <a:srgbClr val="213B57"/>
                </a:solidFill>
                <a:latin typeface="Segoe UI"/>
                <a:ea typeface="Segoe UI"/>
                <a:cs typeface="Segoe UI"/>
              </a:defRPr>
            </a:defPPr>
          </a:lstStyle>
          <a:p xmlns:a="http://schemas.openxmlformats.org/drawingml/2006/main">
            <a:pPr algn="ctr">
              <a:defRPr sz="1725" b="1">
                <a:solidFill>
                  <a:srgbClr val="213B57"/>
                </a:solidFill>
                <a:latin typeface="Segoe UI"/>
                <a:ea typeface="Segoe UI"/>
                <a:cs typeface="Segoe UI"/>
              </a:defRPr>
            </a:pPr>
            <a:r>
              <a:rPr sz="1725" b="1">
                <a:solidFill>
                  <a:srgbClr val="213B57"/>
                </a:solidFill>
                <a:latin typeface="Segoe UI"/>
                <a:ea typeface="Segoe UI"/>
                <a:cs typeface="Segoe UI"/>
              </a:rPr>
              <a:t>Session completed</a:t>
            </a:r>
          </a:p>
        </p:txBody>
      </p:sp>
      <p:sp>
        <p:nvSpPr>
          <p:cNvPr id="24" name="Credits and badge checks">
            <a:extLst xmlns:a="http://schemas.openxmlformats.org/drawingml/2006/main">
              <a:ext uri="{FF2B5EF4-FFF2-40B4-BE49-F238E27FC236}">
                <a16:creationId xmlns:a16="http://schemas.microsoft.com/office/drawing/2014/main" id="{BBE7F2CC-218D-4075-AFC0-FC149B00F443}"/>
              </a:ext>
            </a:extLst>
          </p:cNvPr>
          <p:cNvSpPr>
            <a:spLocks xmlns:a="http://schemas.openxmlformats.org/drawingml/2006/main" noGrp="1"/>
          </p:cNvSpPr>
          <p:nvPr/>
        </p:nvSpPr>
        <p:spPr>
          <a:xfrm xmlns:a="http://schemas.openxmlformats.org/drawingml/2006/main">
            <a:off x="4552950" y="5324475"/>
            <a:ext cx="3400425" cy="571500"/>
          </a:xfrm>
          <a:prstGeom xmlns:a="http://schemas.openxmlformats.org/drawingml/2006/main" prst="roundRect">
            <a:avLst>
              <a:gd name="adj" fmla="val 16667"/>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725" b="1">
                <a:solidFill>
                  <a:srgbClr val="213B57"/>
                </a:solidFill>
                <a:latin typeface="Segoe UI"/>
                <a:ea typeface="Segoe UI"/>
                <a:cs typeface="Segoe UI"/>
              </a:defRPr>
            </a:defPPr>
          </a:lstStyle>
          <a:p xmlns:a="http://schemas.openxmlformats.org/drawingml/2006/main">
            <a:pPr algn="ctr">
              <a:defRPr sz="1725" b="1">
                <a:solidFill>
                  <a:srgbClr val="213B57"/>
                </a:solidFill>
                <a:latin typeface="Segoe UI"/>
                <a:ea typeface="Segoe UI"/>
                <a:cs typeface="Segoe UI"/>
              </a:defRPr>
            </a:pPr>
            <a:r>
              <a:rPr sz="1725" b="1">
                <a:solidFill>
                  <a:srgbClr val="213B57"/>
                </a:solidFill>
                <a:latin typeface="Segoe UI"/>
                <a:ea typeface="Segoe UI"/>
                <a:cs typeface="Segoe UI"/>
              </a:rPr>
              <a:t>Credits and badge checks</a:t>
            </a:r>
          </a:p>
        </p:txBody>
      </p:sp>
      <p:sp>
        <p:nvSpPr>
          <p:cNvPr id="25" name="Ranks and notifications">
            <a:extLst xmlns:a="http://schemas.openxmlformats.org/drawingml/2006/main">
              <a:ext uri="{FF2B5EF4-FFF2-40B4-BE49-F238E27FC236}">
                <a16:creationId xmlns:a16="http://schemas.microsoft.com/office/drawing/2014/main" id="{D1DC00B5-9CB9-49AE-A682-EAB37DF153EB}"/>
              </a:ext>
            </a:extLst>
          </p:cNvPr>
          <p:cNvSpPr>
            <a:spLocks xmlns:a="http://schemas.openxmlformats.org/drawingml/2006/main" noGrp="1"/>
          </p:cNvSpPr>
          <p:nvPr/>
        </p:nvSpPr>
        <p:spPr>
          <a:xfrm xmlns:a="http://schemas.openxmlformats.org/drawingml/2006/main">
            <a:off x="9010650" y="5324475"/>
            <a:ext cx="2343150" cy="571500"/>
          </a:xfrm>
          <a:prstGeom xmlns:a="http://schemas.openxmlformats.org/drawingml/2006/main" prst="roundRect">
            <a:avLst>
              <a:gd name="adj" fmla="val 16667"/>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650" b="1">
                <a:solidFill>
                  <a:srgbClr val="213B57"/>
                </a:solidFill>
                <a:latin typeface="Segoe UI"/>
                <a:ea typeface="Segoe UI"/>
                <a:cs typeface="Segoe UI"/>
              </a:defRPr>
            </a:defPPr>
          </a:lstStyle>
          <a:p xmlns:a="http://schemas.openxmlformats.org/drawingml/2006/main">
            <a:pPr algn="ctr">
              <a:defRPr sz="1650" b="1">
                <a:solidFill>
                  <a:srgbClr val="213B57"/>
                </a:solidFill>
                <a:latin typeface="Segoe UI"/>
                <a:ea typeface="Segoe UI"/>
                <a:cs typeface="Segoe UI"/>
              </a:defRPr>
            </a:pPr>
            <a:r>
              <a:rPr sz="1650" b="1">
                <a:solidFill>
                  <a:srgbClr val="213B57"/>
                </a:solidFill>
                <a:latin typeface="Segoe UI"/>
                <a:ea typeface="Segoe UI"/>
                <a:cs typeface="Segoe UI"/>
              </a:rPr>
              <a:t>Ranks and notifications</a:t>
            </a:r>
          </a:p>
        </p:txBody>
      </p:sp>
      <p:sp>
        <p:nvSpPr>
          <p:cNvPr id="28" name="Business rules and updates run synchronously in on">
            <a:extLst xmlns:a="http://schemas.openxmlformats.org/drawingml/2006/main">
              <a:ext uri="{FF2B5EF4-FFF2-40B4-BE49-F238E27FC236}">
                <a16:creationId xmlns:a16="http://schemas.microsoft.com/office/drawing/2014/main" id="{76F08B46-2927-47F9-8304-4D8601FBA2C5}"/>
              </a:ext>
            </a:extLst>
          </p:cNvPr>
          <p:cNvSpPr>
            <a:spLocks xmlns:a="http://schemas.openxmlformats.org/drawingml/2006/main" noGrp="1"/>
          </p:cNvSpPr>
          <p:nvPr/>
        </p:nvSpPr>
        <p:spPr>
          <a:xfrm xmlns:a="http://schemas.openxmlformats.org/drawingml/2006/main">
            <a:off x="838200" y="6038850"/>
            <a:ext cx="10515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Business rules and updates run synchronously in one Django project.</a:t>
            </a:r>
          </a:p>
        </p:txBody>
      </p:sp>
    </p:spTree>
    <p:extLst>
      <p:ext uri="{BB962C8B-B14F-4D97-AF65-F5344CB8AC3E}">
        <p14:creationId xmlns:p14="http://schemas.microsoft.com/office/powerpoint/2010/main" val="14627022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156625-50B1-48D2-83F4-A42AB8244158}"/>
              </a:ext>
            </a:extLst>
          </p:cNvPr>
          <p:cNvSpPr>
            <a:spLocks xmlns:a="http://schemas.openxmlformats.org/drawingml/2006/main" noGrp="1"/>
          </p:cNvSpPr>
          <p:nvPr>
            <p:ph type="title" idx="0"/>
          </p:nvPr>
        </p:nvSpPr>
        <p:spPr>
          <a:xfrm xmlns:a="http://schemas.openxmlformats.org/drawingml/2006/main">
            <a:off x="838200" y="762000"/>
            <a:ext cx="10515600" cy="666750"/>
          </a:xfrm>
        </p:spPr>
        <p:txBody>
          <a:bodyPr xmlns:a="http://schemas.openxmlformats.org/drawingml/2006/main" lIns="0" tIns="0" rIns="0" bIns="0">
            <a:noAutofit/>
          </a:bodyPr>
          <a:lstStyle xmlns:a="http://schemas.openxmlformats.org/drawingml/2006/main">
            <a:defPPr>
              <a:defRPr sz="3300">
                <a:solidFill>
                  <a:srgbClr val="000000"/>
                </a:solidFill>
                <a:latin typeface="Calibri Light"/>
                <a:ea typeface="Calibri Light"/>
                <a:cs typeface="Calibri Light"/>
              </a:defRPr>
            </a:defPPr>
          </a:lstStyle>
          <a:p xmlns:a="http://schemas.openxmlformats.org/drawingml/2006/main">
            <a:pPr>
              <a:buNone/>
              <a:defRPr sz="3300">
                <a:solidFill>
                  <a:srgbClr val="000000"/>
                </a:solidFill>
                <a:latin typeface="Calibri Light"/>
                <a:ea typeface="Calibri Light"/>
                <a:cs typeface="Calibri Light"/>
              </a:defRPr>
            </a:pPr>
            <a:r>
              <a:rPr sz="3300">
                <a:solidFill>
                  <a:srgbClr val="000000"/>
                </a:solidFill>
                <a:latin typeface="Calibri Light"/>
                <a:ea typeface="Calibri Light"/>
                <a:cs typeface="Calibri Light"/>
              </a:rPr>
              <a:t>5. Demonstration</a:t>
            </a:r>
          </a:p>
        </p:txBody>
      </p:sp>
      <p:pic>
        <p:nvPicPr>
          <p:cNvPr id="5" name="Picture 4">
            <a:extLst xmlns:a="http://schemas.openxmlformats.org/drawingml/2006/main">
              <a:ext uri="{FF2B5EF4-FFF2-40B4-BE49-F238E27FC236}">
                <a16:creationId xmlns:a16="http://schemas.microsoft.com/office/drawing/2014/main" id="{C57CC8D4-2807-4CDA-8767-5F5BA7B344D8}"/>
              </a:ext>
            </a:extLst>
          </p:cNvPr>
          <p:cNvPicPr>
            <a:picLocks xmlns:a="http://schemas.openxmlformats.org/drawingml/2006/main" noChangeAspect="1"/>
          </p:cNvPicPr>
          <p:nvPr/>
        </p:nvPicPr>
        <p:blipFill>
          <a:blip xmlns:r="http://schemas.openxmlformats.org/officeDocument/2006/relationships" xmlns:a="http://schemas.openxmlformats.org/drawingml/2006/main" r:embed="Rfae3d84523d74747"/>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D7A9610A-496C-4080-8CBA-E34702C1A0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8937F66A-F5A8-4774-93C6-4D1886D8F4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C630A04-5A25-9E0C-9436-126091DB86B3}" type="slidenum">
              <a:rPr sz="1600"/>
              <a:t>6</a:t>
            </a:fld>
            <a:endParaRPr sz="1600"/>
          </a:p>
        </p:txBody>
      </p:sp>
      <p:sp>
        <p:nvSpPr>
          <p:cNvPr id="11" name="Local setup and demonstration checklist">
            <a:extLst xmlns:a="http://schemas.openxmlformats.org/drawingml/2006/main">
              <a:ext uri="{FF2B5EF4-FFF2-40B4-BE49-F238E27FC236}">
                <a16:creationId xmlns:a16="http://schemas.microsoft.com/office/drawing/2014/main" id="{B1BAF9E6-6618-4C45-A6E7-1B3C549DACDB}"/>
              </a:ext>
            </a:extLst>
          </p:cNvPr>
          <p:cNvSpPr>
            <a:spLocks xmlns:a="http://schemas.openxmlformats.org/drawingml/2006/main" noGrp="1"/>
          </p:cNvSpPr>
          <p:nvPr/>
        </p:nvSpPr>
        <p:spPr>
          <a:xfrm xmlns:a="http://schemas.openxmlformats.org/drawingml/2006/main">
            <a:off x="838200" y="1600200"/>
            <a:ext cx="10515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8B5D"/>
                </a:solidFill>
                <a:latin typeface="Segoe UI"/>
                <a:ea typeface="Segoe UI"/>
                <a:cs typeface="Segoe UI"/>
              </a:defRPr>
            </a:defPPr>
          </a:lstStyle>
          <a:p xmlns:a="http://schemas.openxmlformats.org/drawingml/2006/main">
            <a:pPr algn="l">
              <a:defRPr sz="1875" b="1">
                <a:solidFill>
                  <a:srgbClr val="138B5D"/>
                </a:solidFill>
                <a:latin typeface="Segoe UI"/>
                <a:ea typeface="Segoe UI"/>
                <a:cs typeface="Segoe UI"/>
              </a:defRPr>
            </a:pPr>
            <a:r>
              <a:rPr sz="1875" b="1">
                <a:solidFill>
                  <a:srgbClr val="138B5D"/>
                </a:solidFill>
                <a:latin typeface="Segoe UI"/>
                <a:ea typeface="Segoe UI"/>
                <a:cs typeface="Segoe UI"/>
              </a:rPr>
              <a:t>Local setup and demonstration checklist</a:t>
            </a:r>
          </a:p>
        </p:txBody>
      </p:sp>
      <p:sp>
        <p:nvSpPr>
          <p:cNvPr id="12" name="1">
            <a:extLst xmlns:a="http://schemas.openxmlformats.org/drawingml/2006/main">
              <a:ext uri="{FF2B5EF4-FFF2-40B4-BE49-F238E27FC236}">
                <a16:creationId xmlns:a16="http://schemas.microsoft.com/office/drawing/2014/main" id="{2D4C06F7-9F0A-479A-AD6F-22516C0AAE06}"/>
              </a:ext>
            </a:extLst>
          </p:cNvPr>
          <p:cNvSpPr>
            <a:spLocks xmlns:a="http://schemas.openxmlformats.org/drawingml/2006/main" noGrp="1"/>
          </p:cNvSpPr>
          <p:nvPr/>
        </p:nvSpPr>
        <p:spPr>
          <a:xfrm xmlns:a="http://schemas.openxmlformats.org/drawingml/2006/main">
            <a:off x="838200" y="229552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8B5D"/>
                </a:solidFill>
                <a:latin typeface="Segoe UI"/>
                <a:ea typeface="Segoe UI"/>
                <a:cs typeface="Segoe UI"/>
              </a:defRPr>
            </a:defPPr>
          </a:lstStyle>
          <a:p xmlns:a="http://schemas.openxmlformats.org/drawingml/2006/main">
            <a:pPr algn="l">
              <a:defRPr sz="2325" b="1">
                <a:solidFill>
                  <a:srgbClr val="138B5D"/>
                </a:solidFill>
                <a:latin typeface="Segoe UI"/>
                <a:ea typeface="Segoe UI"/>
                <a:cs typeface="Segoe UI"/>
              </a:defRPr>
            </a:pPr>
            <a:r>
              <a:rPr sz="2325" b="1">
                <a:solidFill>
                  <a:srgbClr val="138B5D"/>
                </a:solidFill>
                <a:latin typeface="Segoe UI"/>
                <a:ea typeface="Segoe UI"/>
                <a:cs typeface="Segoe UI"/>
              </a:rPr>
              <a:t>1</a:t>
            </a:r>
          </a:p>
        </p:txBody>
      </p:sp>
      <p:sp>
        <p:nvSpPr>
          <p:cNvPr id="13" name="python -m pip install -r requirements.txt">
            <a:extLst xmlns:a="http://schemas.openxmlformats.org/drawingml/2006/main">
              <a:ext uri="{FF2B5EF4-FFF2-40B4-BE49-F238E27FC236}">
                <a16:creationId xmlns:a16="http://schemas.microsoft.com/office/drawing/2014/main" id="{1EA5E98C-5D2C-4FA5-BC83-C0FE2FC8DDA0}"/>
              </a:ext>
            </a:extLst>
          </p:cNvPr>
          <p:cNvSpPr>
            <a:spLocks xmlns:a="http://schemas.openxmlformats.org/drawingml/2006/main" noGrp="1"/>
          </p:cNvSpPr>
          <p:nvPr/>
        </p:nvSpPr>
        <p:spPr>
          <a:xfrm xmlns:a="http://schemas.openxmlformats.org/drawingml/2006/main">
            <a:off x="1438275" y="2228850"/>
            <a:ext cx="5753100" cy="581025"/>
          </a:xfrm>
          <a:prstGeom xmlns:a="http://schemas.openxmlformats.org/drawingml/2006/main" prst="roundRect">
            <a:avLst>
              <a:gd name="adj" fmla="val 16393"/>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123825" tIns="123825" rIns="123825" bIns="123825" anchor="ctr">
            <a:noAutofit/>
          </a:bodyPr>
          <a:lstStyle xmlns:a="http://schemas.openxmlformats.org/drawingml/2006/main">
            <a:defPPr algn="l">
              <a:defRPr sz="1725" b="1">
                <a:solidFill>
                  <a:srgbClr val="213B57"/>
                </a:solidFill>
                <a:latin typeface="Consolas"/>
                <a:ea typeface="Consolas"/>
                <a:cs typeface="Consolas"/>
              </a:defRPr>
            </a:defPPr>
          </a:lstStyle>
          <a:p xmlns:a="http://schemas.openxmlformats.org/drawingml/2006/main">
            <a:pPr algn="l">
              <a:defRPr sz="1725" b="1">
                <a:solidFill>
                  <a:srgbClr val="213B57"/>
                </a:solidFill>
                <a:latin typeface="Consolas"/>
                <a:ea typeface="Consolas"/>
                <a:cs typeface="Consolas"/>
              </a:defRPr>
            </a:pPr>
            <a:r>
              <a:rPr sz="1725" b="1">
                <a:solidFill>
                  <a:srgbClr val="213B57"/>
                </a:solidFill>
                <a:latin typeface="Consolas"/>
                <a:ea typeface="Consolas"/>
                <a:cs typeface="Consolas"/>
              </a:rPr>
              <a:t>python -m pip install -r requirements.txt</a:t>
            </a:r>
          </a:p>
        </p:txBody>
      </p:sp>
      <p:sp>
        <p:nvSpPr>
          <p:cNvPr id="14" name="2">
            <a:extLst xmlns:a="http://schemas.openxmlformats.org/drawingml/2006/main">
              <a:ext uri="{FF2B5EF4-FFF2-40B4-BE49-F238E27FC236}">
                <a16:creationId xmlns:a16="http://schemas.microsoft.com/office/drawing/2014/main" id="{EDA34F82-C7A4-461F-91EC-DE6FDC6ED466}"/>
              </a:ext>
            </a:extLst>
          </p:cNvPr>
          <p:cNvSpPr>
            <a:spLocks xmlns:a="http://schemas.openxmlformats.org/drawingml/2006/main" noGrp="1"/>
          </p:cNvSpPr>
          <p:nvPr/>
        </p:nvSpPr>
        <p:spPr>
          <a:xfrm xmlns:a="http://schemas.openxmlformats.org/drawingml/2006/main">
            <a:off x="838200" y="300037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8B5D"/>
                </a:solidFill>
                <a:latin typeface="Segoe UI"/>
                <a:ea typeface="Segoe UI"/>
                <a:cs typeface="Segoe UI"/>
              </a:defRPr>
            </a:defPPr>
          </a:lstStyle>
          <a:p xmlns:a="http://schemas.openxmlformats.org/drawingml/2006/main">
            <a:pPr algn="l">
              <a:defRPr sz="2325" b="1">
                <a:solidFill>
                  <a:srgbClr val="138B5D"/>
                </a:solidFill>
                <a:latin typeface="Segoe UI"/>
                <a:ea typeface="Segoe UI"/>
                <a:cs typeface="Segoe UI"/>
              </a:defRPr>
            </a:pPr>
            <a:r>
              <a:rPr sz="2325" b="1">
                <a:solidFill>
                  <a:srgbClr val="138B5D"/>
                </a:solidFill>
                <a:latin typeface="Segoe UI"/>
                <a:ea typeface="Segoe UI"/>
                <a:cs typeface="Segoe UI"/>
              </a:rPr>
              <a:t>2</a:t>
            </a:r>
          </a:p>
        </p:txBody>
      </p:sp>
      <p:sp>
        <p:nvSpPr>
          <p:cNvPr id="15" name="python manage.py migrate">
            <a:extLst xmlns:a="http://schemas.openxmlformats.org/drawingml/2006/main">
              <a:ext uri="{FF2B5EF4-FFF2-40B4-BE49-F238E27FC236}">
                <a16:creationId xmlns:a16="http://schemas.microsoft.com/office/drawing/2014/main" id="{EAD8244C-766A-401B-A7AD-06637118D777}"/>
              </a:ext>
            </a:extLst>
          </p:cNvPr>
          <p:cNvSpPr>
            <a:spLocks xmlns:a="http://schemas.openxmlformats.org/drawingml/2006/main" noGrp="1"/>
          </p:cNvSpPr>
          <p:nvPr/>
        </p:nvSpPr>
        <p:spPr>
          <a:xfrm xmlns:a="http://schemas.openxmlformats.org/drawingml/2006/main">
            <a:off x="1438275" y="2933700"/>
            <a:ext cx="5753100" cy="581025"/>
          </a:xfrm>
          <a:prstGeom xmlns:a="http://schemas.openxmlformats.org/drawingml/2006/main" prst="roundRect">
            <a:avLst>
              <a:gd name="adj" fmla="val 16393"/>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123825" tIns="123825" rIns="123825" bIns="123825" anchor="ctr">
            <a:noAutofit/>
          </a:bodyPr>
          <a:lstStyle xmlns:a="http://schemas.openxmlformats.org/drawingml/2006/main">
            <a:defPPr algn="l">
              <a:defRPr sz="1725" b="1">
                <a:solidFill>
                  <a:srgbClr val="213B57"/>
                </a:solidFill>
                <a:latin typeface="Consolas"/>
                <a:ea typeface="Consolas"/>
                <a:cs typeface="Consolas"/>
              </a:defRPr>
            </a:defPPr>
          </a:lstStyle>
          <a:p xmlns:a="http://schemas.openxmlformats.org/drawingml/2006/main">
            <a:pPr algn="l">
              <a:defRPr sz="1725" b="1">
                <a:solidFill>
                  <a:srgbClr val="213B57"/>
                </a:solidFill>
                <a:latin typeface="Consolas"/>
                <a:ea typeface="Consolas"/>
                <a:cs typeface="Consolas"/>
              </a:defRPr>
            </a:pPr>
            <a:r>
              <a:rPr sz="1725" b="1">
                <a:solidFill>
                  <a:srgbClr val="213B57"/>
                </a:solidFill>
                <a:latin typeface="Consolas"/>
                <a:ea typeface="Consolas"/>
                <a:cs typeface="Consolas"/>
              </a:rPr>
              <a:t>python manage.py migrate</a:t>
            </a:r>
          </a:p>
        </p:txBody>
      </p:sp>
      <p:sp>
        <p:nvSpPr>
          <p:cNvPr id="16" name="3">
            <a:extLst xmlns:a="http://schemas.openxmlformats.org/drawingml/2006/main">
              <a:ext uri="{FF2B5EF4-FFF2-40B4-BE49-F238E27FC236}">
                <a16:creationId xmlns:a16="http://schemas.microsoft.com/office/drawing/2014/main" id="{B46D82F0-6B1F-4FF7-AEE1-A94AE4AECB66}"/>
              </a:ext>
            </a:extLst>
          </p:cNvPr>
          <p:cNvSpPr>
            <a:spLocks xmlns:a="http://schemas.openxmlformats.org/drawingml/2006/main" noGrp="1"/>
          </p:cNvSpPr>
          <p:nvPr/>
        </p:nvSpPr>
        <p:spPr>
          <a:xfrm xmlns:a="http://schemas.openxmlformats.org/drawingml/2006/main">
            <a:off x="838200" y="370522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8B5D"/>
                </a:solidFill>
                <a:latin typeface="Segoe UI"/>
                <a:ea typeface="Segoe UI"/>
                <a:cs typeface="Segoe UI"/>
              </a:defRPr>
            </a:defPPr>
          </a:lstStyle>
          <a:p xmlns:a="http://schemas.openxmlformats.org/drawingml/2006/main">
            <a:pPr algn="l">
              <a:defRPr sz="2325" b="1">
                <a:solidFill>
                  <a:srgbClr val="138B5D"/>
                </a:solidFill>
                <a:latin typeface="Segoe UI"/>
                <a:ea typeface="Segoe UI"/>
                <a:cs typeface="Segoe UI"/>
              </a:defRPr>
            </a:pPr>
            <a:r>
              <a:rPr sz="2325" b="1">
                <a:solidFill>
                  <a:srgbClr val="138B5D"/>
                </a:solidFill>
                <a:latin typeface="Segoe UI"/>
                <a:ea typeface="Segoe UI"/>
                <a:cs typeface="Segoe UI"/>
              </a:rPr>
              <a:t>3</a:t>
            </a:r>
          </a:p>
        </p:txBody>
      </p:sp>
      <p:sp>
        <p:nvSpPr>
          <p:cNvPr id="17" name="python manage.py createsuperuser">
            <a:extLst xmlns:a="http://schemas.openxmlformats.org/drawingml/2006/main">
              <a:ext uri="{FF2B5EF4-FFF2-40B4-BE49-F238E27FC236}">
                <a16:creationId xmlns:a16="http://schemas.microsoft.com/office/drawing/2014/main" id="{F836C2D6-45DA-498C-8806-31FB61B77830}"/>
              </a:ext>
            </a:extLst>
          </p:cNvPr>
          <p:cNvSpPr>
            <a:spLocks xmlns:a="http://schemas.openxmlformats.org/drawingml/2006/main" noGrp="1"/>
          </p:cNvSpPr>
          <p:nvPr/>
        </p:nvSpPr>
        <p:spPr>
          <a:xfrm xmlns:a="http://schemas.openxmlformats.org/drawingml/2006/main">
            <a:off x="1438275" y="3638550"/>
            <a:ext cx="5753100" cy="581025"/>
          </a:xfrm>
          <a:prstGeom xmlns:a="http://schemas.openxmlformats.org/drawingml/2006/main" prst="roundRect">
            <a:avLst>
              <a:gd name="adj" fmla="val 16393"/>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123825" tIns="123825" rIns="123825" bIns="123825" anchor="ctr">
            <a:noAutofit/>
          </a:bodyPr>
          <a:lstStyle xmlns:a="http://schemas.openxmlformats.org/drawingml/2006/main">
            <a:defPPr algn="l">
              <a:defRPr sz="1725" b="1">
                <a:solidFill>
                  <a:srgbClr val="213B57"/>
                </a:solidFill>
                <a:latin typeface="Consolas"/>
                <a:ea typeface="Consolas"/>
                <a:cs typeface="Consolas"/>
              </a:defRPr>
            </a:defPPr>
          </a:lstStyle>
          <a:p xmlns:a="http://schemas.openxmlformats.org/drawingml/2006/main">
            <a:pPr algn="l">
              <a:defRPr sz="1725" b="1">
                <a:solidFill>
                  <a:srgbClr val="213B57"/>
                </a:solidFill>
                <a:latin typeface="Consolas"/>
                <a:ea typeface="Consolas"/>
                <a:cs typeface="Consolas"/>
              </a:defRPr>
            </a:pPr>
            <a:r>
              <a:rPr sz="1725" b="1">
                <a:solidFill>
                  <a:srgbClr val="213B57"/>
                </a:solidFill>
                <a:latin typeface="Consolas"/>
                <a:ea typeface="Consolas"/>
                <a:cs typeface="Consolas"/>
              </a:rPr>
              <a:t>python manage.py createsuperuser</a:t>
            </a:r>
          </a:p>
        </p:txBody>
      </p:sp>
      <p:sp>
        <p:nvSpPr>
          <p:cNvPr id="18" name="4">
            <a:extLst xmlns:a="http://schemas.openxmlformats.org/drawingml/2006/main">
              <a:ext uri="{FF2B5EF4-FFF2-40B4-BE49-F238E27FC236}">
                <a16:creationId xmlns:a16="http://schemas.microsoft.com/office/drawing/2014/main" id="{21EE17FF-D673-47CC-9B23-F7C4EB73D4BE}"/>
              </a:ext>
            </a:extLst>
          </p:cNvPr>
          <p:cNvSpPr>
            <a:spLocks xmlns:a="http://schemas.openxmlformats.org/drawingml/2006/main" noGrp="1"/>
          </p:cNvSpPr>
          <p:nvPr/>
        </p:nvSpPr>
        <p:spPr>
          <a:xfrm xmlns:a="http://schemas.openxmlformats.org/drawingml/2006/main">
            <a:off x="838200" y="441007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8B5D"/>
                </a:solidFill>
                <a:latin typeface="Segoe UI"/>
                <a:ea typeface="Segoe UI"/>
                <a:cs typeface="Segoe UI"/>
              </a:defRPr>
            </a:defPPr>
          </a:lstStyle>
          <a:p xmlns:a="http://schemas.openxmlformats.org/drawingml/2006/main">
            <a:pPr algn="l">
              <a:defRPr sz="2325" b="1">
                <a:solidFill>
                  <a:srgbClr val="138B5D"/>
                </a:solidFill>
                <a:latin typeface="Segoe UI"/>
                <a:ea typeface="Segoe UI"/>
                <a:cs typeface="Segoe UI"/>
              </a:defRPr>
            </a:pPr>
            <a:r>
              <a:rPr sz="2325" b="1">
                <a:solidFill>
                  <a:srgbClr val="138B5D"/>
                </a:solidFill>
                <a:latin typeface="Segoe UI"/>
                <a:ea typeface="Segoe UI"/>
                <a:cs typeface="Segoe UI"/>
              </a:rPr>
              <a:t>4</a:t>
            </a:r>
          </a:p>
        </p:txBody>
      </p:sp>
      <p:sp>
        <p:nvSpPr>
          <p:cNvPr id="19" name="python manage.py runserver">
            <a:extLst xmlns:a="http://schemas.openxmlformats.org/drawingml/2006/main">
              <a:ext uri="{FF2B5EF4-FFF2-40B4-BE49-F238E27FC236}">
                <a16:creationId xmlns:a16="http://schemas.microsoft.com/office/drawing/2014/main" id="{E2DB117A-811F-439C-AA24-84FFE774DC43}"/>
              </a:ext>
            </a:extLst>
          </p:cNvPr>
          <p:cNvSpPr>
            <a:spLocks xmlns:a="http://schemas.openxmlformats.org/drawingml/2006/main" noGrp="1"/>
          </p:cNvSpPr>
          <p:nvPr/>
        </p:nvSpPr>
        <p:spPr>
          <a:xfrm xmlns:a="http://schemas.openxmlformats.org/drawingml/2006/main">
            <a:off x="1438275" y="4343400"/>
            <a:ext cx="5753100" cy="581025"/>
          </a:xfrm>
          <a:prstGeom xmlns:a="http://schemas.openxmlformats.org/drawingml/2006/main" prst="roundRect">
            <a:avLst>
              <a:gd name="adj" fmla="val 16393"/>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123825" tIns="123825" rIns="123825" bIns="123825" anchor="ctr">
            <a:noAutofit/>
          </a:bodyPr>
          <a:lstStyle xmlns:a="http://schemas.openxmlformats.org/drawingml/2006/main">
            <a:defPPr algn="l">
              <a:defRPr sz="1725" b="1">
                <a:solidFill>
                  <a:srgbClr val="213B57"/>
                </a:solidFill>
                <a:latin typeface="Consolas"/>
                <a:ea typeface="Consolas"/>
                <a:cs typeface="Consolas"/>
              </a:defRPr>
            </a:defPPr>
          </a:lstStyle>
          <a:p xmlns:a="http://schemas.openxmlformats.org/drawingml/2006/main">
            <a:pPr algn="l">
              <a:defRPr sz="1725" b="1">
                <a:solidFill>
                  <a:srgbClr val="213B57"/>
                </a:solidFill>
                <a:latin typeface="Consolas"/>
                <a:ea typeface="Consolas"/>
                <a:cs typeface="Consolas"/>
              </a:defRPr>
            </a:pPr>
            <a:r>
              <a:rPr sz="1725" b="1">
                <a:solidFill>
                  <a:srgbClr val="213B57"/>
                </a:solidFill>
                <a:latin typeface="Consolas"/>
                <a:ea typeface="Consolas"/>
                <a:cs typeface="Consolas"/>
              </a:rPr>
              <a:t>python manage.py runserver</a:t>
            </a:r>
          </a:p>
        </p:txBody>
      </p:sp>
      <p:sp>
        <p:nvSpPr>
          <p:cNvPr id="20" name="5">
            <a:extLst xmlns:a="http://schemas.openxmlformats.org/drawingml/2006/main">
              <a:ext uri="{FF2B5EF4-FFF2-40B4-BE49-F238E27FC236}">
                <a16:creationId xmlns:a16="http://schemas.microsoft.com/office/drawing/2014/main" id="{5430C390-D6E0-48A9-886C-17D67B8CF2F6}"/>
              </a:ext>
            </a:extLst>
          </p:cNvPr>
          <p:cNvSpPr>
            <a:spLocks xmlns:a="http://schemas.openxmlformats.org/drawingml/2006/main" noGrp="1"/>
          </p:cNvSpPr>
          <p:nvPr/>
        </p:nvSpPr>
        <p:spPr>
          <a:xfrm xmlns:a="http://schemas.openxmlformats.org/drawingml/2006/main">
            <a:off x="838200" y="511492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8B5D"/>
                </a:solidFill>
                <a:latin typeface="Segoe UI"/>
                <a:ea typeface="Segoe UI"/>
                <a:cs typeface="Segoe UI"/>
              </a:defRPr>
            </a:defPPr>
          </a:lstStyle>
          <a:p xmlns:a="http://schemas.openxmlformats.org/drawingml/2006/main">
            <a:pPr algn="l">
              <a:defRPr sz="2325" b="1">
                <a:solidFill>
                  <a:srgbClr val="138B5D"/>
                </a:solidFill>
                <a:latin typeface="Segoe UI"/>
                <a:ea typeface="Segoe UI"/>
                <a:cs typeface="Segoe UI"/>
              </a:defRPr>
            </a:pPr>
            <a:r>
              <a:rPr sz="2325" b="1">
                <a:solidFill>
                  <a:srgbClr val="138B5D"/>
                </a:solidFill>
                <a:latin typeface="Segoe UI"/>
                <a:ea typeface="Segoe UI"/>
                <a:cs typeface="Segoe UI"/>
              </a:rPr>
              <a:t>5</a:t>
            </a:r>
          </a:p>
        </p:txBody>
      </p:sp>
      <p:sp>
        <p:nvSpPr>
          <p:cNvPr id="21" name="http://127.0.0.1:8000/">
            <a:extLst xmlns:a="http://schemas.openxmlformats.org/drawingml/2006/main">
              <a:ext uri="{FF2B5EF4-FFF2-40B4-BE49-F238E27FC236}">
                <a16:creationId xmlns:a16="http://schemas.microsoft.com/office/drawing/2014/main" id="{1AC41CE4-8583-41F0-8202-E5565A9D32BA}"/>
              </a:ext>
            </a:extLst>
          </p:cNvPr>
          <p:cNvSpPr>
            <a:spLocks xmlns:a="http://schemas.openxmlformats.org/drawingml/2006/main" noGrp="1"/>
          </p:cNvSpPr>
          <p:nvPr/>
        </p:nvSpPr>
        <p:spPr>
          <a:xfrm xmlns:a="http://schemas.openxmlformats.org/drawingml/2006/main">
            <a:off x="1438275" y="5048250"/>
            <a:ext cx="5753100" cy="581025"/>
          </a:xfrm>
          <a:prstGeom xmlns:a="http://schemas.openxmlformats.org/drawingml/2006/main" prst="roundRect">
            <a:avLst>
              <a:gd name="adj" fmla="val 16393"/>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123825" tIns="123825" rIns="123825" bIns="123825" anchor="ctr">
            <a:noAutofit/>
          </a:bodyPr>
          <a:lstStyle xmlns:a="http://schemas.openxmlformats.org/drawingml/2006/main">
            <a:defPPr algn="l">
              <a:defRPr sz="1725" b="1">
                <a:solidFill>
                  <a:srgbClr val="213B57"/>
                </a:solidFill>
                <a:latin typeface="Consolas"/>
                <a:ea typeface="Consolas"/>
                <a:cs typeface="Consolas"/>
              </a:defRPr>
            </a:defPPr>
          </a:lstStyle>
          <a:p xmlns:a="http://schemas.openxmlformats.org/drawingml/2006/main">
            <a:pPr algn="l">
              <a:defRPr sz="1725" b="1">
                <a:solidFill>
                  <a:srgbClr val="213B57"/>
                </a:solidFill>
                <a:latin typeface="Consolas"/>
                <a:ea typeface="Consolas"/>
                <a:cs typeface="Consolas"/>
              </a:defRPr>
            </a:pPr>
            <a:r>
              <a:rPr sz="1725" b="1">
                <a:solidFill>
                  <a:srgbClr val="213B57"/>
                </a:solidFill>
                <a:latin typeface="Consolas"/>
                <a:ea typeface="Consolas"/>
                <a:cs typeface="Consolas"/>
              </a:rPr>
              <a:t>http://127.0.0.1:8000/</a:t>
            </a:r>
          </a:p>
        </p:txBody>
      </p:sp>
      <p:sp>
        <p:nvSpPr>
          <p:cNvPr id="22" name="Demonstration">
            <a:extLst xmlns:a="http://schemas.openxmlformats.org/drawingml/2006/main">
              <a:ext uri="{FF2B5EF4-FFF2-40B4-BE49-F238E27FC236}">
                <a16:creationId xmlns:a16="http://schemas.microsoft.com/office/drawing/2014/main" id="{86DC5E99-FBBC-48BE-ABAB-162335A8F172}"/>
              </a:ext>
            </a:extLst>
          </p:cNvPr>
          <p:cNvSpPr>
            <a:spLocks xmlns:a="http://schemas.openxmlformats.org/drawingml/2006/main" noGrp="1"/>
          </p:cNvSpPr>
          <p:nvPr/>
        </p:nvSpPr>
        <p:spPr>
          <a:xfrm xmlns:a="http://schemas.openxmlformats.org/drawingml/2006/main">
            <a:off x="7829550" y="223837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13B57"/>
                </a:solidFill>
                <a:latin typeface="Segoe UI"/>
                <a:ea typeface="Segoe UI"/>
                <a:cs typeface="Segoe UI"/>
              </a:defRPr>
            </a:defPPr>
          </a:lstStyle>
          <a:p xmlns:a="http://schemas.openxmlformats.org/drawingml/2006/main">
            <a:pPr algn="l">
              <a:defRPr sz="2025" b="1">
                <a:solidFill>
                  <a:srgbClr val="213B57"/>
                </a:solidFill>
                <a:latin typeface="Segoe UI"/>
                <a:ea typeface="Segoe UI"/>
                <a:cs typeface="Segoe UI"/>
              </a:defRPr>
            </a:pPr>
            <a:r>
              <a:rPr sz="2025" b="1">
                <a:solidFill>
                  <a:srgbClr val="213B57"/>
                </a:solidFill>
                <a:latin typeface="Segoe UI"/>
                <a:ea typeface="Segoe UI"/>
                <a:cs typeface="Segoe UI"/>
              </a:rPr>
              <a:t>Demonstration</a:t>
            </a:r>
          </a:p>
        </p:txBody>
      </p:sp>
      <p:sp>
        <p:nvSpPr>
          <p:cNvPr id="23" name="Prepare">
            <a:extLst xmlns:a="http://schemas.openxmlformats.org/drawingml/2006/main">
              <a:ext uri="{FF2B5EF4-FFF2-40B4-BE49-F238E27FC236}">
                <a16:creationId xmlns:a16="http://schemas.microsoft.com/office/drawing/2014/main" id="{D7237043-7358-4B3A-AC48-B8E893564BF2}"/>
              </a:ext>
            </a:extLst>
          </p:cNvPr>
          <p:cNvSpPr>
            <a:spLocks xmlns:a="http://schemas.openxmlformats.org/drawingml/2006/main" noGrp="1"/>
          </p:cNvSpPr>
          <p:nvPr/>
        </p:nvSpPr>
        <p:spPr>
          <a:xfrm xmlns:a="http://schemas.openxmlformats.org/drawingml/2006/main">
            <a:off x="7829550" y="280987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676AD"/>
                </a:solidFill>
                <a:latin typeface="Segoe UI"/>
                <a:ea typeface="Segoe UI"/>
                <a:cs typeface="Segoe UI"/>
              </a:defRPr>
            </a:defPPr>
          </a:lstStyle>
          <a:p xmlns:a="http://schemas.openxmlformats.org/drawingml/2006/main">
            <a:pPr algn="l">
              <a:defRPr sz="1725" b="1">
                <a:solidFill>
                  <a:srgbClr val="2676AD"/>
                </a:solidFill>
                <a:latin typeface="Segoe UI"/>
                <a:ea typeface="Segoe UI"/>
                <a:cs typeface="Segoe UI"/>
              </a:defRPr>
            </a:pPr>
            <a:r>
              <a:rPr sz="1725" b="1">
                <a:solidFill>
                  <a:srgbClr val="2676AD"/>
                </a:solidFill>
                <a:latin typeface="Segoe UI"/>
                <a:ea typeface="Segoe UI"/>
                <a:cs typeface="Segoe UI"/>
              </a:rPr>
              <a:t>Prepare</a:t>
            </a:r>
          </a:p>
        </p:txBody>
      </p:sp>
      <p:sp>
        <p:nvSpPr>
          <p:cNvPr id="24" name="Create skills, profiles and roles">
            <a:extLst xmlns:a="http://schemas.openxmlformats.org/drawingml/2006/main">
              <a:ext uri="{FF2B5EF4-FFF2-40B4-BE49-F238E27FC236}">
                <a16:creationId xmlns:a16="http://schemas.microsoft.com/office/drawing/2014/main" id="{7A7610C2-46E3-4FC4-BC42-2C982DDDE7C0}"/>
              </a:ext>
            </a:extLst>
          </p:cNvPr>
          <p:cNvSpPr>
            <a:spLocks xmlns:a="http://schemas.openxmlformats.org/drawingml/2006/main" noGrp="1"/>
          </p:cNvSpPr>
          <p:nvPr/>
        </p:nvSpPr>
        <p:spPr>
          <a:xfrm xmlns:a="http://schemas.openxmlformats.org/drawingml/2006/main">
            <a:off x="7829550" y="309562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Create skills, profiles and roles</a:t>
            </a:r>
          </a:p>
        </p:txBody>
      </p:sp>
      <p:sp>
        <p:nvSpPr>
          <p:cNvPr id="25" name="Discover">
            <a:extLst xmlns:a="http://schemas.openxmlformats.org/drawingml/2006/main">
              <a:ext uri="{FF2B5EF4-FFF2-40B4-BE49-F238E27FC236}">
                <a16:creationId xmlns:a16="http://schemas.microsoft.com/office/drawing/2014/main" id="{E79FA848-932E-4A2A-9E48-35BC54882EFD}"/>
              </a:ext>
            </a:extLst>
          </p:cNvPr>
          <p:cNvSpPr>
            <a:spLocks xmlns:a="http://schemas.openxmlformats.org/drawingml/2006/main" noGrp="1"/>
          </p:cNvSpPr>
          <p:nvPr/>
        </p:nvSpPr>
        <p:spPr>
          <a:xfrm xmlns:a="http://schemas.openxmlformats.org/drawingml/2006/main">
            <a:off x="7829550" y="341947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676AD"/>
                </a:solidFill>
                <a:latin typeface="Segoe UI"/>
                <a:ea typeface="Segoe UI"/>
                <a:cs typeface="Segoe UI"/>
              </a:defRPr>
            </a:defPPr>
          </a:lstStyle>
          <a:p xmlns:a="http://schemas.openxmlformats.org/drawingml/2006/main">
            <a:pPr algn="l">
              <a:defRPr sz="1725" b="1">
                <a:solidFill>
                  <a:srgbClr val="2676AD"/>
                </a:solidFill>
                <a:latin typeface="Segoe UI"/>
                <a:ea typeface="Segoe UI"/>
                <a:cs typeface="Segoe UI"/>
              </a:defRPr>
            </a:pPr>
            <a:r>
              <a:rPr sz="1725" b="1">
                <a:solidFill>
                  <a:srgbClr val="2676AD"/>
                </a:solidFill>
                <a:latin typeface="Segoe UI"/>
                <a:ea typeface="Segoe UI"/>
                <a:cs typeface="Segoe UI"/>
              </a:rPr>
              <a:t>Discover</a:t>
            </a:r>
          </a:p>
        </p:txBody>
      </p:sp>
      <p:sp>
        <p:nvSpPr>
          <p:cNvPr id="26" name="Review a match and send a request">
            <a:extLst xmlns:a="http://schemas.openxmlformats.org/drawingml/2006/main">
              <a:ext uri="{FF2B5EF4-FFF2-40B4-BE49-F238E27FC236}">
                <a16:creationId xmlns:a16="http://schemas.microsoft.com/office/drawing/2014/main" id="{5B57A6F0-F98C-4B68-B745-009E15657605}"/>
              </a:ext>
            </a:extLst>
          </p:cNvPr>
          <p:cNvSpPr>
            <a:spLocks xmlns:a="http://schemas.openxmlformats.org/drawingml/2006/main" noGrp="1"/>
          </p:cNvSpPr>
          <p:nvPr/>
        </p:nvSpPr>
        <p:spPr>
          <a:xfrm xmlns:a="http://schemas.openxmlformats.org/drawingml/2006/main">
            <a:off x="7829550" y="370522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Review a match and send a request</a:t>
            </a:r>
          </a:p>
        </p:txBody>
      </p:sp>
      <p:sp>
        <p:nvSpPr>
          <p:cNvPr id="27" name="Collaborate">
            <a:extLst xmlns:a="http://schemas.openxmlformats.org/drawingml/2006/main">
              <a:ext uri="{FF2B5EF4-FFF2-40B4-BE49-F238E27FC236}">
                <a16:creationId xmlns:a16="http://schemas.microsoft.com/office/drawing/2014/main" id="{01D4FE61-EFD4-47E9-81E8-CF5D6A295AB9}"/>
              </a:ext>
            </a:extLst>
          </p:cNvPr>
          <p:cNvSpPr>
            <a:spLocks xmlns:a="http://schemas.openxmlformats.org/drawingml/2006/main" noGrp="1"/>
          </p:cNvSpPr>
          <p:nvPr/>
        </p:nvSpPr>
        <p:spPr>
          <a:xfrm xmlns:a="http://schemas.openxmlformats.org/drawingml/2006/main">
            <a:off x="7829550" y="402907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676AD"/>
                </a:solidFill>
                <a:latin typeface="Segoe UI"/>
                <a:ea typeface="Segoe UI"/>
                <a:cs typeface="Segoe UI"/>
              </a:defRPr>
            </a:defPPr>
          </a:lstStyle>
          <a:p xmlns:a="http://schemas.openxmlformats.org/drawingml/2006/main">
            <a:pPr algn="l">
              <a:defRPr sz="1725" b="1">
                <a:solidFill>
                  <a:srgbClr val="2676AD"/>
                </a:solidFill>
                <a:latin typeface="Segoe UI"/>
                <a:ea typeface="Segoe UI"/>
                <a:cs typeface="Segoe UI"/>
              </a:defRPr>
            </a:pPr>
            <a:r>
              <a:rPr sz="1725" b="1">
                <a:solidFill>
                  <a:srgbClr val="2676AD"/>
                </a:solidFill>
                <a:latin typeface="Segoe UI"/>
                <a:ea typeface="Segoe UI"/>
                <a:cs typeface="Segoe UI"/>
              </a:rPr>
              <a:t>Collaborate</a:t>
            </a:r>
          </a:p>
        </p:txBody>
      </p:sp>
      <p:sp>
        <p:nvSpPr>
          <p:cNvPr id="28" name="Accept, log a session and finish tasks">
            <a:extLst xmlns:a="http://schemas.openxmlformats.org/drawingml/2006/main">
              <a:ext uri="{FF2B5EF4-FFF2-40B4-BE49-F238E27FC236}">
                <a16:creationId xmlns:a16="http://schemas.microsoft.com/office/drawing/2014/main" id="{ADE9BFEF-9661-4DD6-BBFF-588C151F2904}"/>
              </a:ext>
            </a:extLst>
          </p:cNvPr>
          <p:cNvSpPr>
            <a:spLocks xmlns:a="http://schemas.openxmlformats.org/drawingml/2006/main" noGrp="1"/>
          </p:cNvSpPr>
          <p:nvPr/>
        </p:nvSpPr>
        <p:spPr>
          <a:xfrm xmlns:a="http://schemas.openxmlformats.org/drawingml/2006/main">
            <a:off x="7829550" y="431482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Accept, log a session and finish tasks</a:t>
            </a:r>
          </a:p>
        </p:txBody>
      </p:sp>
      <p:sp>
        <p:nvSpPr>
          <p:cNvPr id="29" name="Verify">
            <a:extLst xmlns:a="http://schemas.openxmlformats.org/drawingml/2006/main">
              <a:ext uri="{FF2B5EF4-FFF2-40B4-BE49-F238E27FC236}">
                <a16:creationId xmlns:a16="http://schemas.microsoft.com/office/drawing/2014/main" id="{7AD91011-F869-4AA2-AC4F-313BBE5A2BB6}"/>
              </a:ext>
            </a:extLst>
          </p:cNvPr>
          <p:cNvSpPr>
            <a:spLocks xmlns:a="http://schemas.openxmlformats.org/drawingml/2006/main" noGrp="1"/>
          </p:cNvSpPr>
          <p:nvPr/>
        </p:nvSpPr>
        <p:spPr>
          <a:xfrm xmlns:a="http://schemas.openxmlformats.org/drawingml/2006/main">
            <a:off x="7829550" y="463867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676AD"/>
                </a:solidFill>
                <a:latin typeface="Segoe UI"/>
                <a:ea typeface="Segoe UI"/>
                <a:cs typeface="Segoe UI"/>
              </a:defRPr>
            </a:defPPr>
          </a:lstStyle>
          <a:p xmlns:a="http://schemas.openxmlformats.org/drawingml/2006/main">
            <a:pPr algn="l">
              <a:defRPr sz="1725" b="1">
                <a:solidFill>
                  <a:srgbClr val="2676AD"/>
                </a:solidFill>
                <a:latin typeface="Segoe UI"/>
                <a:ea typeface="Segoe UI"/>
                <a:cs typeface="Segoe UI"/>
              </a:defRPr>
            </a:pPr>
            <a:r>
              <a:rPr sz="1725" b="1">
                <a:solidFill>
                  <a:srgbClr val="2676AD"/>
                </a:solidFill>
                <a:latin typeface="Segoe UI"/>
                <a:ea typeface="Segoe UI"/>
                <a:cs typeface="Segoe UI"/>
              </a:rPr>
              <a:t>Verify</a:t>
            </a:r>
          </a:p>
        </p:txBody>
      </p:sp>
      <p:sp>
        <p:nvSpPr>
          <p:cNvPr id="30" name="Check credits, feedback and certificate">
            <a:extLst xmlns:a="http://schemas.openxmlformats.org/drawingml/2006/main">
              <a:ext uri="{FF2B5EF4-FFF2-40B4-BE49-F238E27FC236}">
                <a16:creationId xmlns:a16="http://schemas.microsoft.com/office/drawing/2014/main" id="{A2161542-99E6-490A-889F-C90DED8EF6A6}"/>
              </a:ext>
            </a:extLst>
          </p:cNvPr>
          <p:cNvSpPr>
            <a:spLocks xmlns:a="http://schemas.openxmlformats.org/drawingml/2006/main" noGrp="1"/>
          </p:cNvSpPr>
          <p:nvPr/>
        </p:nvSpPr>
        <p:spPr>
          <a:xfrm xmlns:a="http://schemas.openxmlformats.org/drawingml/2006/main">
            <a:off x="7829550" y="4924425"/>
            <a:ext cx="352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Check credits, feedback and certificate</a:t>
            </a:r>
          </a:p>
        </p:txBody>
      </p:sp>
      <p:sp>
        <p:nvSpPr>
          <p:cNvPr id="31" name="Validation">
            <a:extLst xmlns:a="http://schemas.openxmlformats.org/drawingml/2006/main">
              <a:ext uri="{FF2B5EF4-FFF2-40B4-BE49-F238E27FC236}">
                <a16:creationId xmlns:a16="http://schemas.microsoft.com/office/drawing/2014/main" id="{2B24FAB4-1453-45C8-A35F-A44D5BCE6042}"/>
              </a:ext>
            </a:extLst>
          </p:cNvPr>
          <p:cNvSpPr>
            <a:spLocks xmlns:a="http://schemas.openxmlformats.org/drawingml/2006/main" noGrp="1"/>
          </p:cNvSpPr>
          <p:nvPr/>
        </p:nvSpPr>
        <p:spPr>
          <a:xfrm xmlns:a="http://schemas.openxmlformats.org/drawingml/2006/main">
            <a:off x="7829550" y="545782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13B57"/>
                </a:solidFill>
                <a:latin typeface="Segoe UI"/>
                <a:ea typeface="Segoe UI"/>
                <a:cs typeface="Segoe UI"/>
              </a:defRPr>
            </a:defPPr>
          </a:lstStyle>
          <a:p xmlns:a="http://schemas.openxmlformats.org/drawingml/2006/main">
            <a:pPr algn="l">
              <a:defRPr sz="1725" b="1">
                <a:solidFill>
                  <a:srgbClr val="213B57"/>
                </a:solidFill>
                <a:latin typeface="Segoe UI"/>
                <a:ea typeface="Segoe UI"/>
                <a:cs typeface="Segoe UI"/>
              </a:defRPr>
            </a:pPr>
            <a:r>
              <a:rPr sz="1725" b="1">
                <a:solidFill>
                  <a:srgbClr val="213B57"/>
                </a:solidFill>
                <a:latin typeface="Segoe UI"/>
                <a:ea typeface="Segoe UI"/>
                <a:cs typeface="Segoe UI"/>
              </a:rPr>
              <a:t>Validation</a:t>
            </a:r>
          </a:p>
        </p:txBody>
      </p:sp>
      <p:sp>
        <p:nvSpPr>
          <p:cNvPr id="32" name="python manage.py test">
            <a:extLst xmlns:a="http://schemas.openxmlformats.org/drawingml/2006/main">
              <a:ext uri="{FF2B5EF4-FFF2-40B4-BE49-F238E27FC236}">
                <a16:creationId xmlns:a16="http://schemas.microsoft.com/office/drawing/2014/main" id="{54B29C5B-E975-4D52-8756-B3937E5E65E5}"/>
              </a:ext>
            </a:extLst>
          </p:cNvPr>
          <p:cNvSpPr>
            <a:spLocks xmlns:a="http://schemas.openxmlformats.org/drawingml/2006/main" noGrp="1"/>
          </p:cNvSpPr>
          <p:nvPr/>
        </p:nvSpPr>
        <p:spPr>
          <a:xfrm xmlns:a="http://schemas.openxmlformats.org/drawingml/2006/main">
            <a:off x="7829550" y="579120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13B57"/>
                </a:solidFill>
                <a:latin typeface="Consolas"/>
                <a:ea typeface="Consolas"/>
                <a:cs typeface="Consolas"/>
              </a:defRPr>
            </a:defPPr>
          </a:lstStyle>
          <a:p xmlns:a="http://schemas.openxmlformats.org/drawingml/2006/main">
            <a:pPr algn="l">
              <a:defRPr sz="1725" b="0">
                <a:solidFill>
                  <a:srgbClr val="213B57"/>
                </a:solidFill>
                <a:latin typeface="Consolas"/>
                <a:ea typeface="Consolas"/>
                <a:cs typeface="Consolas"/>
              </a:defRPr>
            </a:pPr>
            <a:r>
              <a:rPr sz="1725" b="0">
                <a:solidFill>
                  <a:srgbClr val="213B57"/>
                </a:solidFill>
                <a:latin typeface="Consolas"/>
                <a:ea typeface="Consolas"/>
                <a:cs typeface="Consolas"/>
              </a:rPr>
              <a:t>python manage.py test</a:t>
            </a:r>
          </a:p>
        </p:txBody>
      </p:sp>
      <p:sp>
        <p:nvSpPr>
          <p:cNvPr id="33" name="Use the project folder and Python 3.10+.">
            <a:extLst xmlns:a="http://schemas.openxmlformats.org/drawingml/2006/main">
              <a:ext uri="{FF2B5EF4-FFF2-40B4-BE49-F238E27FC236}">
                <a16:creationId xmlns:a16="http://schemas.microsoft.com/office/drawing/2014/main" id="{2E8E9196-EB81-425C-9E89-A9349C9AB3E5}"/>
              </a:ext>
            </a:extLst>
          </p:cNvPr>
          <p:cNvSpPr>
            <a:spLocks xmlns:a="http://schemas.openxmlformats.org/drawingml/2006/main" noGrp="1"/>
          </p:cNvSpPr>
          <p:nvPr/>
        </p:nvSpPr>
        <p:spPr>
          <a:xfrm xmlns:a="http://schemas.openxmlformats.org/drawingml/2006/main">
            <a:off x="1438275" y="5981700"/>
            <a:ext cx="5753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Use the project folder and Python 3.10+.</a:t>
            </a:r>
          </a:p>
        </p:txBody>
      </p:sp>
    </p:spTree>
    <p:extLst>
      <p:ext uri="{BB962C8B-B14F-4D97-AF65-F5344CB8AC3E}">
        <p14:creationId xmlns:p14="http://schemas.microsoft.com/office/powerpoint/2010/main" val="60267862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2026-10-11T20:23:17.1530000Z</dcterms:created>
  <dcterms:modified xsi:type="dcterms:W3CDTF">2026-10-11T20:23:17.1530000Z</dcterms:modified>
</coreProperties>
</file>